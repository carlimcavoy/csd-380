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65" r:id="rId2"/>
    <p:sldId id="310" r:id="rId3"/>
    <p:sldId id="318" r:id="rId4"/>
    <p:sldId id="312" r:id="rId5"/>
    <p:sldId id="320" r:id="rId6"/>
    <p:sldId id="321" r:id="rId7"/>
    <p:sldId id="319" r:id="rId8"/>
    <p:sldId id="322" r:id="rId9"/>
    <p:sldId id="317" r:id="rId10"/>
  </p:sldIdLst>
  <p:sldSz cx="12188825" cy="6858000"/>
  <p:notesSz cx="6858000" cy="9144000"/>
  <p:custDataLst>
    <p:tags r:id="rId1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9AD8"/>
    <a:srgbClr val="0E4E90"/>
    <a:srgbClr val="1A4478"/>
    <a:srgbClr val="014E83"/>
    <a:srgbClr val="00396A"/>
    <a:srgbClr val="000F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29" autoAdjust="0"/>
  </p:normalViewPr>
  <p:slideViewPr>
    <p:cSldViewPr showGuides="1">
      <p:cViewPr varScale="1">
        <p:scale>
          <a:sx n="68" d="100"/>
          <a:sy n="68" d="100"/>
        </p:scale>
        <p:origin x="538" y="24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DF9A5DC-929F-42F2-BC03-0FA3774D9767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96ADE23A-EA1E-429A-8447-9D06899ADAC9}">
      <dgm:prSet phldrT="[Text]" phldr="0" custT="1"/>
      <dgm:spPr/>
      <dgm:t>
        <a:bodyPr/>
        <a:lstStyle/>
        <a:p>
          <a:r>
            <a:rPr lang="en-US" sz="1800" b="1" dirty="0"/>
            <a:t>Ideation</a:t>
          </a:r>
        </a:p>
      </dgm:t>
    </dgm:pt>
    <dgm:pt modelId="{1F15980B-C819-49CA-A308-A8B8D1CEE619}" type="parTrans" cxnId="{88D06BBD-C6F7-440F-BFA8-2F3E54138EE8}">
      <dgm:prSet/>
      <dgm:spPr/>
      <dgm:t>
        <a:bodyPr/>
        <a:lstStyle/>
        <a:p>
          <a:endParaRPr lang="en-US"/>
        </a:p>
      </dgm:t>
    </dgm:pt>
    <dgm:pt modelId="{6478A87E-950E-41F7-8FDE-536441528449}" type="sibTrans" cxnId="{88D06BBD-C6F7-440F-BFA8-2F3E54138EE8}">
      <dgm:prSet/>
      <dgm:spPr/>
      <dgm:t>
        <a:bodyPr/>
        <a:lstStyle/>
        <a:p>
          <a:endParaRPr lang="en-US"/>
        </a:p>
      </dgm:t>
    </dgm:pt>
    <dgm:pt modelId="{AE694EF0-4EDA-4D97-84F7-E3B6383B8586}">
      <dgm:prSet phldrT="[Text]" phldr="0" custT="1"/>
      <dgm:spPr/>
      <dgm:t>
        <a:bodyPr/>
        <a:lstStyle/>
        <a:p>
          <a:r>
            <a:rPr lang="en-US" sz="1200" dirty="0"/>
            <a:t>Requirements, planning</a:t>
          </a:r>
        </a:p>
      </dgm:t>
    </dgm:pt>
    <dgm:pt modelId="{95AC48AC-B4B5-428D-BEEA-0E196A02BF2D}" type="parTrans" cxnId="{218EAC64-5267-4B51-B5FC-A6EC3DEF3CED}">
      <dgm:prSet/>
      <dgm:spPr/>
      <dgm:t>
        <a:bodyPr/>
        <a:lstStyle/>
        <a:p>
          <a:endParaRPr lang="en-US"/>
        </a:p>
      </dgm:t>
    </dgm:pt>
    <dgm:pt modelId="{948C98A3-BB59-4FBF-BB8D-36F51072BA6A}" type="sibTrans" cxnId="{218EAC64-5267-4B51-B5FC-A6EC3DEF3CED}">
      <dgm:prSet/>
      <dgm:spPr/>
      <dgm:t>
        <a:bodyPr/>
        <a:lstStyle/>
        <a:p>
          <a:endParaRPr lang="en-US"/>
        </a:p>
      </dgm:t>
    </dgm:pt>
    <dgm:pt modelId="{352062DA-863E-4803-B6F7-0D074CA38CE3}">
      <dgm:prSet phldrT="[Text]" phldr="0" custT="1"/>
      <dgm:spPr/>
      <dgm:t>
        <a:bodyPr/>
        <a:lstStyle/>
        <a:p>
          <a:r>
            <a:rPr lang="en-US" sz="1800" b="1" dirty="0"/>
            <a:t>Development</a:t>
          </a:r>
        </a:p>
      </dgm:t>
    </dgm:pt>
    <dgm:pt modelId="{81F43EC9-355E-44F7-BD38-4A2DC4A02E13}" type="parTrans" cxnId="{AC0128EA-5400-4099-9918-F6465EE4BAA1}">
      <dgm:prSet/>
      <dgm:spPr/>
      <dgm:t>
        <a:bodyPr/>
        <a:lstStyle/>
        <a:p>
          <a:endParaRPr lang="en-US"/>
        </a:p>
      </dgm:t>
    </dgm:pt>
    <dgm:pt modelId="{4B244D17-476A-4A9E-AAC2-3E4DB60CACD4}" type="sibTrans" cxnId="{AC0128EA-5400-4099-9918-F6465EE4BAA1}">
      <dgm:prSet/>
      <dgm:spPr/>
      <dgm:t>
        <a:bodyPr/>
        <a:lstStyle/>
        <a:p>
          <a:endParaRPr lang="en-US"/>
        </a:p>
      </dgm:t>
    </dgm:pt>
    <dgm:pt modelId="{05BF9384-7C5E-4AC2-B732-84394DF10BB2}">
      <dgm:prSet phldrT="[Text]" phldr="0" custT="1"/>
      <dgm:spPr/>
      <dgm:t>
        <a:bodyPr/>
        <a:lstStyle/>
        <a:p>
          <a:r>
            <a:rPr lang="en-US" sz="1400" dirty="0"/>
            <a:t>Coding, testing</a:t>
          </a:r>
        </a:p>
      </dgm:t>
    </dgm:pt>
    <dgm:pt modelId="{8DB852EF-551C-4EE8-8218-C1B3BB87C6D8}" type="parTrans" cxnId="{89AE8E47-B222-4676-B9B0-A364A843B07B}">
      <dgm:prSet/>
      <dgm:spPr/>
      <dgm:t>
        <a:bodyPr/>
        <a:lstStyle/>
        <a:p>
          <a:endParaRPr lang="en-US"/>
        </a:p>
      </dgm:t>
    </dgm:pt>
    <dgm:pt modelId="{5BF941C7-9405-4FD6-8E39-A8607FF172CF}" type="sibTrans" cxnId="{89AE8E47-B222-4676-B9B0-A364A843B07B}">
      <dgm:prSet/>
      <dgm:spPr/>
      <dgm:t>
        <a:bodyPr/>
        <a:lstStyle/>
        <a:p>
          <a:endParaRPr lang="en-US"/>
        </a:p>
      </dgm:t>
    </dgm:pt>
    <dgm:pt modelId="{02A6F534-66BB-44C1-B6FB-42BD776DEE1C}">
      <dgm:prSet phldrT="[Text]" phldr="0" custT="1"/>
      <dgm:spPr/>
      <dgm:t>
        <a:bodyPr/>
        <a:lstStyle/>
        <a:p>
          <a:r>
            <a:rPr lang="en-US" sz="1800" b="1" dirty="0"/>
            <a:t>Testing</a:t>
          </a:r>
        </a:p>
      </dgm:t>
    </dgm:pt>
    <dgm:pt modelId="{A14AF723-E51C-4710-85B2-99849B34C51B}" type="parTrans" cxnId="{16DC2B11-438C-45A7-822F-9B526BA97CAE}">
      <dgm:prSet/>
      <dgm:spPr/>
      <dgm:t>
        <a:bodyPr/>
        <a:lstStyle/>
        <a:p>
          <a:endParaRPr lang="en-US"/>
        </a:p>
      </dgm:t>
    </dgm:pt>
    <dgm:pt modelId="{BC261EA1-68C2-401D-98F7-C38A85099252}" type="sibTrans" cxnId="{16DC2B11-438C-45A7-822F-9B526BA97CAE}">
      <dgm:prSet/>
      <dgm:spPr/>
      <dgm:t>
        <a:bodyPr/>
        <a:lstStyle/>
        <a:p>
          <a:endParaRPr lang="en-US"/>
        </a:p>
      </dgm:t>
    </dgm:pt>
    <dgm:pt modelId="{4D30CE17-A197-492F-B534-68DDF54CE2D7}">
      <dgm:prSet phldrT="[Text]" phldr="0" custT="1"/>
      <dgm:spPr/>
      <dgm:t>
        <a:bodyPr/>
        <a:lstStyle/>
        <a:p>
          <a:r>
            <a:rPr lang="en-US" sz="1300" dirty="0"/>
            <a:t>Integration and performance</a:t>
          </a:r>
        </a:p>
      </dgm:t>
    </dgm:pt>
    <dgm:pt modelId="{18D5BE05-0739-4713-AD6D-8859AAD2AC06}" type="parTrans" cxnId="{E63A4BC3-CA3E-4610-A991-0193B950CAC8}">
      <dgm:prSet/>
      <dgm:spPr/>
      <dgm:t>
        <a:bodyPr/>
        <a:lstStyle/>
        <a:p>
          <a:endParaRPr lang="en-US"/>
        </a:p>
      </dgm:t>
    </dgm:pt>
    <dgm:pt modelId="{67821404-737A-4652-881D-A09265A4604C}" type="sibTrans" cxnId="{E63A4BC3-CA3E-4610-A991-0193B950CAC8}">
      <dgm:prSet/>
      <dgm:spPr/>
      <dgm:t>
        <a:bodyPr/>
        <a:lstStyle/>
        <a:p>
          <a:endParaRPr lang="en-US"/>
        </a:p>
      </dgm:t>
    </dgm:pt>
    <dgm:pt modelId="{77D8D798-337B-4167-90D9-7C46B5559B97}">
      <dgm:prSet phldrT="[Text]" phldr="0" custT="1"/>
      <dgm:spPr/>
      <dgm:t>
        <a:bodyPr/>
        <a:lstStyle/>
        <a:p>
          <a:r>
            <a:rPr lang="en-US" sz="1800" b="1" dirty="0"/>
            <a:t>Deployment</a:t>
          </a:r>
        </a:p>
      </dgm:t>
    </dgm:pt>
    <dgm:pt modelId="{90D9E4C0-BE7D-48E8-88B3-9F966C89EEB7}" type="parTrans" cxnId="{322CB471-EBE6-4D64-9C18-7E2CEE289ED2}">
      <dgm:prSet/>
      <dgm:spPr/>
      <dgm:t>
        <a:bodyPr/>
        <a:lstStyle/>
        <a:p>
          <a:endParaRPr lang="en-US"/>
        </a:p>
      </dgm:t>
    </dgm:pt>
    <dgm:pt modelId="{F56B321B-1FB1-470C-947A-35E0B307CD0C}" type="sibTrans" cxnId="{322CB471-EBE6-4D64-9C18-7E2CEE289ED2}">
      <dgm:prSet/>
      <dgm:spPr/>
      <dgm:t>
        <a:bodyPr/>
        <a:lstStyle/>
        <a:p>
          <a:endParaRPr lang="en-US"/>
        </a:p>
      </dgm:t>
    </dgm:pt>
    <dgm:pt modelId="{4AD925AB-EAEE-42B7-A7D3-C516ADAEBD18}">
      <dgm:prSet phldrT="[Text]" phldr="0" custT="1"/>
      <dgm:spPr/>
      <dgm:t>
        <a:bodyPr/>
        <a:lstStyle/>
        <a:p>
          <a:r>
            <a:rPr lang="en-US" sz="1800" b="1" dirty="0"/>
            <a:t>Operations</a:t>
          </a:r>
        </a:p>
      </dgm:t>
    </dgm:pt>
    <dgm:pt modelId="{BF109C95-39DE-432B-8230-C753287BB5BC}" type="parTrans" cxnId="{35D60C3E-B7AD-45E0-9DF1-83DFE24FA5E0}">
      <dgm:prSet/>
      <dgm:spPr/>
      <dgm:t>
        <a:bodyPr/>
        <a:lstStyle/>
        <a:p>
          <a:endParaRPr lang="en-US"/>
        </a:p>
      </dgm:t>
    </dgm:pt>
    <dgm:pt modelId="{5C4CA98B-C94B-41E6-82EE-18AF0132416F}" type="sibTrans" cxnId="{35D60C3E-B7AD-45E0-9DF1-83DFE24FA5E0}">
      <dgm:prSet/>
      <dgm:spPr/>
      <dgm:t>
        <a:bodyPr/>
        <a:lstStyle/>
        <a:p>
          <a:endParaRPr lang="en-US"/>
        </a:p>
      </dgm:t>
    </dgm:pt>
    <dgm:pt modelId="{D808C1D6-CAE8-4360-A954-360457C82D4B}">
      <dgm:prSet phldrT="[Text]" phldr="0" custT="1"/>
      <dgm:spPr/>
      <dgm:t>
        <a:bodyPr/>
        <a:lstStyle/>
        <a:p>
          <a:r>
            <a:rPr lang="en-US" sz="1400" dirty="0"/>
            <a:t>Build, package, deploy, monitor</a:t>
          </a:r>
        </a:p>
      </dgm:t>
    </dgm:pt>
    <dgm:pt modelId="{BFC280EF-09DF-4428-B8F2-47FF5F59788C}" type="parTrans" cxnId="{94D8A8C8-9460-41A9-9373-7A434EE3619D}">
      <dgm:prSet/>
      <dgm:spPr/>
      <dgm:t>
        <a:bodyPr/>
        <a:lstStyle/>
        <a:p>
          <a:endParaRPr lang="en-US"/>
        </a:p>
      </dgm:t>
    </dgm:pt>
    <dgm:pt modelId="{A7B4561F-C262-4103-AB0C-0478D807F307}" type="sibTrans" cxnId="{94D8A8C8-9460-41A9-9373-7A434EE3619D}">
      <dgm:prSet/>
      <dgm:spPr/>
      <dgm:t>
        <a:bodyPr/>
        <a:lstStyle/>
        <a:p>
          <a:endParaRPr lang="en-US"/>
        </a:p>
      </dgm:t>
    </dgm:pt>
    <dgm:pt modelId="{1838F4BC-121F-4180-97EA-8A482DB843B4}">
      <dgm:prSet phldrT="[Text]" phldr="0" custT="1"/>
      <dgm:spPr/>
      <dgm:t>
        <a:bodyPr/>
        <a:lstStyle/>
        <a:p>
          <a:r>
            <a:rPr lang="en-US" sz="1300" dirty="0"/>
            <a:t>Support, maintenance</a:t>
          </a:r>
        </a:p>
      </dgm:t>
    </dgm:pt>
    <dgm:pt modelId="{4DFA8FFA-5D8F-4776-A835-B78D30D069BB}" type="parTrans" cxnId="{24E74710-92DE-402A-8C97-1B3A5ABFE6C6}">
      <dgm:prSet/>
      <dgm:spPr/>
      <dgm:t>
        <a:bodyPr/>
        <a:lstStyle/>
        <a:p>
          <a:endParaRPr lang="en-US"/>
        </a:p>
      </dgm:t>
    </dgm:pt>
    <dgm:pt modelId="{79C1C9DD-B2F4-409F-931A-2C9FE2E3F4F0}" type="sibTrans" cxnId="{24E74710-92DE-402A-8C97-1B3A5ABFE6C6}">
      <dgm:prSet/>
      <dgm:spPr/>
      <dgm:t>
        <a:bodyPr/>
        <a:lstStyle/>
        <a:p>
          <a:endParaRPr lang="en-US"/>
        </a:p>
      </dgm:t>
    </dgm:pt>
    <dgm:pt modelId="{D6E9C759-1F10-4D49-922C-3A17AE036617}" type="pres">
      <dgm:prSet presAssocID="{ADF9A5DC-929F-42F2-BC03-0FA3774D9767}" presName="rootnode" presStyleCnt="0">
        <dgm:presLayoutVars>
          <dgm:chMax/>
          <dgm:chPref/>
          <dgm:dir/>
          <dgm:animLvl val="lvl"/>
        </dgm:presLayoutVars>
      </dgm:prSet>
      <dgm:spPr/>
    </dgm:pt>
    <dgm:pt modelId="{686DDF65-88AE-482E-A0F4-A9426D9455C4}" type="pres">
      <dgm:prSet presAssocID="{96ADE23A-EA1E-429A-8447-9D06899ADAC9}" presName="composite" presStyleCnt="0"/>
      <dgm:spPr/>
    </dgm:pt>
    <dgm:pt modelId="{199AFC02-2DFF-4CD3-A762-152BC163EBEB}" type="pres">
      <dgm:prSet presAssocID="{96ADE23A-EA1E-429A-8447-9D06899ADAC9}" presName="bentUpArrow1" presStyleLbl="alignImgPlace1" presStyleIdx="0" presStyleCnt="4"/>
      <dgm:spPr/>
    </dgm:pt>
    <dgm:pt modelId="{8C778A07-42AF-44F4-8CFF-9E78700A631F}" type="pres">
      <dgm:prSet presAssocID="{96ADE23A-EA1E-429A-8447-9D06899ADAC9}" presName="ParentText" presStyleLbl="node1" presStyleIdx="0" presStyleCnt="5">
        <dgm:presLayoutVars>
          <dgm:chMax val="1"/>
          <dgm:chPref val="1"/>
          <dgm:bulletEnabled val="1"/>
        </dgm:presLayoutVars>
      </dgm:prSet>
      <dgm:spPr/>
    </dgm:pt>
    <dgm:pt modelId="{8CBAEE0A-E957-465F-879A-E9E2EA3B7671}" type="pres">
      <dgm:prSet presAssocID="{96ADE23A-EA1E-429A-8447-9D06899ADAC9}" presName="ChildText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7763D1C5-BD86-40A6-B956-3558F7939301}" type="pres">
      <dgm:prSet presAssocID="{6478A87E-950E-41F7-8FDE-536441528449}" presName="sibTrans" presStyleCnt="0"/>
      <dgm:spPr/>
    </dgm:pt>
    <dgm:pt modelId="{F3297117-B543-4202-87E6-CFCE894D78B1}" type="pres">
      <dgm:prSet presAssocID="{352062DA-863E-4803-B6F7-0D074CA38CE3}" presName="composite" presStyleCnt="0"/>
      <dgm:spPr/>
    </dgm:pt>
    <dgm:pt modelId="{36D42B92-CD05-4CAD-AE90-4C6EB101EC01}" type="pres">
      <dgm:prSet presAssocID="{352062DA-863E-4803-B6F7-0D074CA38CE3}" presName="bentUpArrow1" presStyleLbl="alignImgPlace1" presStyleIdx="1" presStyleCnt="4"/>
      <dgm:spPr/>
    </dgm:pt>
    <dgm:pt modelId="{5BC21B60-BCE7-4886-B441-B4BC8CC9E8EE}" type="pres">
      <dgm:prSet presAssocID="{352062DA-863E-4803-B6F7-0D074CA38CE3}" presName="ParentText" presStyleLbl="node1" presStyleIdx="1" presStyleCnt="5">
        <dgm:presLayoutVars>
          <dgm:chMax val="1"/>
          <dgm:chPref val="1"/>
          <dgm:bulletEnabled val="1"/>
        </dgm:presLayoutVars>
      </dgm:prSet>
      <dgm:spPr/>
    </dgm:pt>
    <dgm:pt modelId="{1906A01F-00A3-4ED7-B134-76247A95A241}" type="pres">
      <dgm:prSet presAssocID="{352062DA-863E-4803-B6F7-0D074CA38CE3}" presName="ChildText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A0816BAF-0E48-4030-BAAC-FA3992783598}" type="pres">
      <dgm:prSet presAssocID="{4B244D17-476A-4A9E-AAC2-3E4DB60CACD4}" presName="sibTrans" presStyleCnt="0"/>
      <dgm:spPr/>
    </dgm:pt>
    <dgm:pt modelId="{D7C6C72B-310B-43D4-B88A-70D51D861F0D}" type="pres">
      <dgm:prSet presAssocID="{02A6F534-66BB-44C1-B6FB-42BD776DEE1C}" presName="composite" presStyleCnt="0"/>
      <dgm:spPr/>
    </dgm:pt>
    <dgm:pt modelId="{D7B7CA7F-807C-489D-8291-761934813148}" type="pres">
      <dgm:prSet presAssocID="{02A6F534-66BB-44C1-B6FB-42BD776DEE1C}" presName="bentUpArrow1" presStyleLbl="alignImgPlace1" presStyleIdx="2" presStyleCnt="4"/>
      <dgm:spPr/>
    </dgm:pt>
    <dgm:pt modelId="{1C4E284E-9DCB-4D86-9906-F0B4FF261436}" type="pres">
      <dgm:prSet presAssocID="{02A6F534-66BB-44C1-B6FB-42BD776DEE1C}" presName="ParentText" presStyleLbl="node1" presStyleIdx="2" presStyleCnt="5">
        <dgm:presLayoutVars>
          <dgm:chMax val="1"/>
          <dgm:chPref val="1"/>
          <dgm:bulletEnabled val="1"/>
        </dgm:presLayoutVars>
      </dgm:prSet>
      <dgm:spPr/>
    </dgm:pt>
    <dgm:pt modelId="{B94B59EC-3DE5-416F-AE85-9EB357EA4312}" type="pres">
      <dgm:prSet presAssocID="{02A6F534-66BB-44C1-B6FB-42BD776DEE1C}" presName="ChildText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26E2BF1E-9937-4C1C-AF40-21B759AF3A9D}" type="pres">
      <dgm:prSet presAssocID="{BC261EA1-68C2-401D-98F7-C38A85099252}" presName="sibTrans" presStyleCnt="0"/>
      <dgm:spPr/>
    </dgm:pt>
    <dgm:pt modelId="{AE1E0D75-FD79-4A7E-BEB5-8844DD884537}" type="pres">
      <dgm:prSet presAssocID="{77D8D798-337B-4167-90D9-7C46B5559B97}" presName="composite" presStyleCnt="0"/>
      <dgm:spPr/>
    </dgm:pt>
    <dgm:pt modelId="{3C8FC77B-18C1-4062-BCCD-5E16BC454E53}" type="pres">
      <dgm:prSet presAssocID="{77D8D798-337B-4167-90D9-7C46B5559B97}" presName="bentUpArrow1" presStyleLbl="alignImgPlace1" presStyleIdx="3" presStyleCnt="4"/>
      <dgm:spPr/>
    </dgm:pt>
    <dgm:pt modelId="{0667EC4A-8B84-4ED4-8F2B-FFEC9033F3E3}" type="pres">
      <dgm:prSet presAssocID="{77D8D798-337B-4167-90D9-7C46B5559B97}" presName="ParentText" presStyleLbl="node1" presStyleIdx="3" presStyleCnt="5">
        <dgm:presLayoutVars>
          <dgm:chMax val="1"/>
          <dgm:chPref val="1"/>
          <dgm:bulletEnabled val="1"/>
        </dgm:presLayoutVars>
      </dgm:prSet>
      <dgm:spPr/>
    </dgm:pt>
    <dgm:pt modelId="{31B43FBA-D4C4-4466-BE04-5A15415C1BCB}" type="pres">
      <dgm:prSet presAssocID="{77D8D798-337B-4167-90D9-7C46B5559B97}" presName="ChildText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7D5B0919-F32F-405D-B068-96BF33B148F0}" type="pres">
      <dgm:prSet presAssocID="{F56B321B-1FB1-470C-947A-35E0B307CD0C}" presName="sibTrans" presStyleCnt="0"/>
      <dgm:spPr/>
    </dgm:pt>
    <dgm:pt modelId="{DC99DA10-F457-496F-A3C6-7D3270730022}" type="pres">
      <dgm:prSet presAssocID="{4AD925AB-EAEE-42B7-A7D3-C516ADAEBD18}" presName="composite" presStyleCnt="0"/>
      <dgm:spPr/>
    </dgm:pt>
    <dgm:pt modelId="{F90B31D6-6AC2-4404-BBB9-A303B904B9CF}" type="pres">
      <dgm:prSet presAssocID="{4AD925AB-EAEE-42B7-A7D3-C516ADAEBD18}" presName="ParentText" presStyleLbl="node1" presStyleIdx="4" presStyleCnt="5">
        <dgm:presLayoutVars>
          <dgm:chMax val="1"/>
          <dgm:chPref val="1"/>
          <dgm:bulletEnabled val="1"/>
        </dgm:presLayoutVars>
      </dgm:prSet>
      <dgm:spPr/>
    </dgm:pt>
    <dgm:pt modelId="{CB666B08-8F19-48E2-B645-2588A2EFE59E}" type="pres">
      <dgm:prSet presAssocID="{4AD925AB-EAEE-42B7-A7D3-C516ADAEBD18}" presName="FinalChildText" presStyleLbl="revTx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4256F203-D439-45E0-A7E9-9C864A6F3152}" type="presOf" srcId="{D808C1D6-CAE8-4360-A954-360457C82D4B}" destId="{31B43FBA-D4C4-4466-BE04-5A15415C1BCB}" srcOrd="0" destOrd="0" presId="urn:microsoft.com/office/officeart/2005/8/layout/StepDownProcess"/>
    <dgm:cxn modelId="{CD440110-46E7-4A3A-A749-6074E2294BE1}" type="presOf" srcId="{02A6F534-66BB-44C1-B6FB-42BD776DEE1C}" destId="{1C4E284E-9DCB-4D86-9906-F0B4FF261436}" srcOrd="0" destOrd="0" presId="urn:microsoft.com/office/officeart/2005/8/layout/StepDownProcess"/>
    <dgm:cxn modelId="{24E74710-92DE-402A-8C97-1B3A5ABFE6C6}" srcId="{4AD925AB-EAEE-42B7-A7D3-C516ADAEBD18}" destId="{1838F4BC-121F-4180-97EA-8A482DB843B4}" srcOrd="0" destOrd="0" parTransId="{4DFA8FFA-5D8F-4776-A835-B78D30D069BB}" sibTransId="{79C1C9DD-B2F4-409F-931A-2C9FE2E3F4F0}"/>
    <dgm:cxn modelId="{16DC2B11-438C-45A7-822F-9B526BA97CAE}" srcId="{ADF9A5DC-929F-42F2-BC03-0FA3774D9767}" destId="{02A6F534-66BB-44C1-B6FB-42BD776DEE1C}" srcOrd="2" destOrd="0" parTransId="{A14AF723-E51C-4710-85B2-99849B34C51B}" sibTransId="{BC261EA1-68C2-401D-98F7-C38A85099252}"/>
    <dgm:cxn modelId="{B484F113-55AC-462C-88DD-63C55B6FE454}" type="presOf" srcId="{AE694EF0-4EDA-4D97-84F7-E3B6383B8586}" destId="{8CBAEE0A-E957-465F-879A-E9E2EA3B7671}" srcOrd="0" destOrd="0" presId="urn:microsoft.com/office/officeart/2005/8/layout/StepDownProcess"/>
    <dgm:cxn modelId="{9AC9B628-94AC-4A4B-8E2E-6869372D1E80}" type="presOf" srcId="{4AD925AB-EAEE-42B7-A7D3-C516ADAEBD18}" destId="{F90B31D6-6AC2-4404-BBB9-A303B904B9CF}" srcOrd="0" destOrd="0" presId="urn:microsoft.com/office/officeart/2005/8/layout/StepDownProcess"/>
    <dgm:cxn modelId="{230DEB3C-0F8C-4FCD-A4AD-9499B7365887}" type="presOf" srcId="{96ADE23A-EA1E-429A-8447-9D06899ADAC9}" destId="{8C778A07-42AF-44F4-8CFF-9E78700A631F}" srcOrd="0" destOrd="0" presId="urn:microsoft.com/office/officeart/2005/8/layout/StepDownProcess"/>
    <dgm:cxn modelId="{35D60C3E-B7AD-45E0-9DF1-83DFE24FA5E0}" srcId="{ADF9A5DC-929F-42F2-BC03-0FA3774D9767}" destId="{4AD925AB-EAEE-42B7-A7D3-C516ADAEBD18}" srcOrd="4" destOrd="0" parTransId="{BF109C95-39DE-432B-8230-C753287BB5BC}" sibTransId="{5C4CA98B-C94B-41E6-82EE-18AF0132416F}"/>
    <dgm:cxn modelId="{218EAC64-5267-4B51-B5FC-A6EC3DEF3CED}" srcId="{96ADE23A-EA1E-429A-8447-9D06899ADAC9}" destId="{AE694EF0-4EDA-4D97-84F7-E3B6383B8586}" srcOrd="0" destOrd="0" parTransId="{95AC48AC-B4B5-428D-BEEA-0E196A02BF2D}" sibTransId="{948C98A3-BB59-4FBF-BB8D-36F51072BA6A}"/>
    <dgm:cxn modelId="{5723D464-3375-4E44-BC76-29160F4B2E0A}" type="presOf" srcId="{352062DA-863E-4803-B6F7-0D074CA38CE3}" destId="{5BC21B60-BCE7-4886-B441-B4BC8CC9E8EE}" srcOrd="0" destOrd="0" presId="urn:microsoft.com/office/officeart/2005/8/layout/StepDownProcess"/>
    <dgm:cxn modelId="{1AA38045-06A0-47A6-8E18-73A89697A09A}" type="presOf" srcId="{05BF9384-7C5E-4AC2-B732-84394DF10BB2}" destId="{1906A01F-00A3-4ED7-B134-76247A95A241}" srcOrd="0" destOrd="0" presId="urn:microsoft.com/office/officeart/2005/8/layout/StepDownProcess"/>
    <dgm:cxn modelId="{89AE8E47-B222-4676-B9B0-A364A843B07B}" srcId="{352062DA-863E-4803-B6F7-0D074CA38CE3}" destId="{05BF9384-7C5E-4AC2-B732-84394DF10BB2}" srcOrd="0" destOrd="0" parTransId="{8DB852EF-551C-4EE8-8218-C1B3BB87C6D8}" sibTransId="{5BF941C7-9405-4FD6-8E39-A8607FF172CF}"/>
    <dgm:cxn modelId="{322CB471-EBE6-4D64-9C18-7E2CEE289ED2}" srcId="{ADF9A5DC-929F-42F2-BC03-0FA3774D9767}" destId="{77D8D798-337B-4167-90D9-7C46B5559B97}" srcOrd="3" destOrd="0" parTransId="{90D9E4C0-BE7D-48E8-88B3-9F966C89EEB7}" sibTransId="{F56B321B-1FB1-470C-947A-35E0B307CD0C}"/>
    <dgm:cxn modelId="{2AB05991-8F10-444B-845C-82C17101D00B}" type="presOf" srcId="{77D8D798-337B-4167-90D9-7C46B5559B97}" destId="{0667EC4A-8B84-4ED4-8F2B-FFEC9033F3E3}" srcOrd="0" destOrd="0" presId="urn:microsoft.com/office/officeart/2005/8/layout/StepDownProcess"/>
    <dgm:cxn modelId="{49C411B6-A677-45A8-A226-EC0E59E751E7}" type="presOf" srcId="{ADF9A5DC-929F-42F2-BC03-0FA3774D9767}" destId="{D6E9C759-1F10-4D49-922C-3A17AE036617}" srcOrd="0" destOrd="0" presId="urn:microsoft.com/office/officeart/2005/8/layout/StepDownProcess"/>
    <dgm:cxn modelId="{88D06BBD-C6F7-440F-BFA8-2F3E54138EE8}" srcId="{ADF9A5DC-929F-42F2-BC03-0FA3774D9767}" destId="{96ADE23A-EA1E-429A-8447-9D06899ADAC9}" srcOrd="0" destOrd="0" parTransId="{1F15980B-C819-49CA-A308-A8B8D1CEE619}" sibTransId="{6478A87E-950E-41F7-8FDE-536441528449}"/>
    <dgm:cxn modelId="{E63A4BC3-CA3E-4610-A991-0193B950CAC8}" srcId="{02A6F534-66BB-44C1-B6FB-42BD776DEE1C}" destId="{4D30CE17-A197-492F-B534-68DDF54CE2D7}" srcOrd="0" destOrd="0" parTransId="{18D5BE05-0739-4713-AD6D-8859AAD2AC06}" sibTransId="{67821404-737A-4652-881D-A09265A4604C}"/>
    <dgm:cxn modelId="{28ED55C6-E28B-4CE5-8F3F-B62BD909725F}" type="presOf" srcId="{1838F4BC-121F-4180-97EA-8A482DB843B4}" destId="{CB666B08-8F19-48E2-B645-2588A2EFE59E}" srcOrd="0" destOrd="0" presId="urn:microsoft.com/office/officeart/2005/8/layout/StepDownProcess"/>
    <dgm:cxn modelId="{94D8A8C8-9460-41A9-9373-7A434EE3619D}" srcId="{77D8D798-337B-4167-90D9-7C46B5559B97}" destId="{D808C1D6-CAE8-4360-A954-360457C82D4B}" srcOrd="0" destOrd="0" parTransId="{BFC280EF-09DF-4428-B8F2-47FF5F59788C}" sibTransId="{A7B4561F-C262-4103-AB0C-0478D807F307}"/>
    <dgm:cxn modelId="{382A96E3-9735-4DB7-9430-8E262ACFEE1B}" type="presOf" srcId="{4D30CE17-A197-492F-B534-68DDF54CE2D7}" destId="{B94B59EC-3DE5-416F-AE85-9EB357EA4312}" srcOrd="0" destOrd="0" presId="urn:microsoft.com/office/officeart/2005/8/layout/StepDownProcess"/>
    <dgm:cxn modelId="{AC0128EA-5400-4099-9918-F6465EE4BAA1}" srcId="{ADF9A5DC-929F-42F2-BC03-0FA3774D9767}" destId="{352062DA-863E-4803-B6F7-0D074CA38CE3}" srcOrd="1" destOrd="0" parTransId="{81F43EC9-355E-44F7-BD38-4A2DC4A02E13}" sibTransId="{4B244D17-476A-4A9E-AAC2-3E4DB60CACD4}"/>
    <dgm:cxn modelId="{793249FE-CA9E-4936-90ED-C1114F93755D}" type="presParOf" srcId="{D6E9C759-1F10-4D49-922C-3A17AE036617}" destId="{686DDF65-88AE-482E-A0F4-A9426D9455C4}" srcOrd="0" destOrd="0" presId="urn:microsoft.com/office/officeart/2005/8/layout/StepDownProcess"/>
    <dgm:cxn modelId="{0FFFCD2E-573E-42D1-A9D1-E50B29CA3E38}" type="presParOf" srcId="{686DDF65-88AE-482E-A0F4-A9426D9455C4}" destId="{199AFC02-2DFF-4CD3-A762-152BC163EBEB}" srcOrd="0" destOrd="0" presId="urn:microsoft.com/office/officeart/2005/8/layout/StepDownProcess"/>
    <dgm:cxn modelId="{F0CBB57F-F0EC-498C-B571-3C71FDDE82A5}" type="presParOf" srcId="{686DDF65-88AE-482E-A0F4-A9426D9455C4}" destId="{8C778A07-42AF-44F4-8CFF-9E78700A631F}" srcOrd="1" destOrd="0" presId="urn:microsoft.com/office/officeart/2005/8/layout/StepDownProcess"/>
    <dgm:cxn modelId="{35118D31-583D-477B-8D28-BC5B5EEEDB2F}" type="presParOf" srcId="{686DDF65-88AE-482E-A0F4-A9426D9455C4}" destId="{8CBAEE0A-E957-465F-879A-E9E2EA3B7671}" srcOrd="2" destOrd="0" presId="urn:microsoft.com/office/officeart/2005/8/layout/StepDownProcess"/>
    <dgm:cxn modelId="{DA353B66-FFE9-40D2-9067-00C88868CACC}" type="presParOf" srcId="{D6E9C759-1F10-4D49-922C-3A17AE036617}" destId="{7763D1C5-BD86-40A6-B956-3558F7939301}" srcOrd="1" destOrd="0" presId="urn:microsoft.com/office/officeart/2005/8/layout/StepDownProcess"/>
    <dgm:cxn modelId="{8E034C8B-6167-49F0-A777-A7A68095C164}" type="presParOf" srcId="{D6E9C759-1F10-4D49-922C-3A17AE036617}" destId="{F3297117-B543-4202-87E6-CFCE894D78B1}" srcOrd="2" destOrd="0" presId="urn:microsoft.com/office/officeart/2005/8/layout/StepDownProcess"/>
    <dgm:cxn modelId="{37CC44B9-D517-41D4-8618-F8EF8944D63C}" type="presParOf" srcId="{F3297117-B543-4202-87E6-CFCE894D78B1}" destId="{36D42B92-CD05-4CAD-AE90-4C6EB101EC01}" srcOrd="0" destOrd="0" presId="urn:microsoft.com/office/officeart/2005/8/layout/StepDownProcess"/>
    <dgm:cxn modelId="{7BE22BD7-9909-4407-8159-CBF5495598D3}" type="presParOf" srcId="{F3297117-B543-4202-87E6-CFCE894D78B1}" destId="{5BC21B60-BCE7-4886-B441-B4BC8CC9E8EE}" srcOrd="1" destOrd="0" presId="urn:microsoft.com/office/officeart/2005/8/layout/StepDownProcess"/>
    <dgm:cxn modelId="{FB22A5F3-2189-4BBC-8E70-03949AAB2B28}" type="presParOf" srcId="{F3297117-B543-4202-87E6-CFCE894D78B1}" destId="{1906A01F-00A3-4ED7-B134-76247A95A241}" srcOrd="2" destOrd="0" presId="urn:microsoft.com/office/officeart/2005/8/layout/StepDownProcess"/>
    <dgm:cxn modelId="{7A6A7362-6894-402E-8D76-ACD9EC44DA52}" type="presParOf" srcId="{D6E9C759-1F10-4D49-922C-3A17AE036617}" destId="{A0816BAF-0E48-4030-BAAC-FA3992783598}" srcOrd="3" destOrd="0" presId="urn:microsoft.com/office/officeart/2005/8/layout/StepDownProcess"/>
    <dgm:cxn modelId="{42681AB7-5BD3-4931-B877-5A7E04DBDE12}" type="presParOf" srcId="{D6E9C759-1F10-4D49-922C-3A17AE036617}" destId="{D7C6C72B-310B-43D4-B88A-70D51D861F0D}" srcOrd="4" destOrd="0" presId="urn:microsoft.com/office/officeart/2005/8/layout/StepDownProcess"/>
    <dgm:cxn modelId="{8D011CE7-711A-4E21-A4B9-BE688EE0FC52}" type="presParOf" srcId="{D7C6C72B-310B-43D4-B88A-70D51D861F0D}" destId="{D7B7CA7F-807C-489D-8291-761934813148}" srcOrd="0" destOrd="0" presId="urn:microsoft.com/office/officeart/2005/8/layout/StepDownProcess"/>
    <dgm:cxn modelId="{68179C22-069C-4BD7-A1C1-D22C7031509D}" type="presParOf" srcId="{D7C6C72B-310B-43D4-B88A-70D51D861F0D}" destId="{1C4E284E-9DCB-4D86-9906-F0B4FF261436}" srcOrd="1" destOrd="0" presId="urn:microsoft.com/office/officeart/2005/8/layout/StepDownProcess"/>
    <dgm:cxn modelId="{61F34B0C-38F5-412F-82A7-A401262430AE}" type="presParOf" srcId="{D7C6C72B-310B-43D4-B88A-70D51D861F0D}" destId="{B94B59EC-3DE5-416F-AE85-9EB357EA4312}" srcOrd="2" destOrd="0" presId="urn:microsoft.com/office/officeart/2005/8/layout/StepDownProcess"/>
    <dgm:cxn modelId="{03E5724F-9116-4DE5-9E5E-E9BE43AC3994}" type="presParOf" srcId="{D6E9C759-1F10-4D49-922C-3A17AE036617}" destId="{26E2BF1E-9937-4C1C-AF40-21B759AF3A9D}" srcOrd="5" destOrd="0" presId="urn:microsoft.com/office/officeart/2005/8/layout/StepDownProcess"/>
    <dgm:cxn modelId="{83BF7585-573C-445D-AE1F-0581036ACCBB}" type="presParOf" srcId="{D6E9C759-1F10-4D49-922C-3A17AE036617}" destId="{AE1E0D75-FD79-4A7E-BEB5-8844DD884537}" srcOrd="6" destOrd="0" presId="urn:microsoft.com/office/officeart/2005/8/layout/StepDownProcess"/>
    <dgm:cxn modelId="{8C62C36C-55C7-45AC-9016-0CE6AE64AA95}" type="presParOf" srcId="{AE1E0D75-FD79-4A7E-BEB5-8844DD884537}" destId="{3C8FC77B-18C1-4062-BCCD-5E16BC454E53}" srcOrd="0" destOrd="0" presId="urn:microsoft.com/office/officeart/2005/8/layout/StepDownProcess"/>
    <dgm:cxn modelId="{C4A030C9-A7AF-4E07-9171-5CF8610B1F42}" type="presParOf" srcId="{AE1E0D75-FD79-4A7E-BEB5-8844DD884537}" destId="{0667EC4A-8B84-4ED4-8F2B-FFEC9033F3E3}" srcOrd="1" destOrd="0" presId="urn:microsoft.com/office/officeart/2005/8/layout/StepDownProcess"/>
    <dgm:cxn modelId="{4BB0EEBB-18FB-459A-BAE0-FF79A9DDBAAE}" type="presParOf" srcId="{AE1E0D75-FD79-4A7E-BEB5-8844DD884537}" destId="{31B43FBA-D4C4-4466-BE04-5A15415C1BCB}" srcOrd="2" destOrd="0" presId="urn:microsoft.com/office/officeart/2005/8/layout/StepDownProcess"/>
    <dgm:cxn modelId="{4213F27A-447E-48A6-99AA-0D9C70F08C38}" type="presParOf" srcId="{D6E9C759-1F10-4D49-922C-3A17AE036617}" destId="{7D5B0919-F32F-405D-B068-96BF33B148F0}" srcOrd="7" destOrd="0" presId="urn:microsoft.com/office/officeart/2005/8/layout/StepDownProcess"/>
    <dgm:cxn modelId="{F4D4C8DD-03C5-42B5-B7A5-612BF7790FC5}" type="presParOf" srcId="{D6E9C759-1F10-4D49-922C-3A17AE036617}" destId="{DC99DA10-F457-496F-A3C6-7D3270730022}" srcOrd="8" destOrd="0" presId="urn:microsoft.com/office/officeart/2005/8/layout/StepDownProcess"/>
    <dgm:cxn modelId="{FEE55506-4299-49C3-8FCE-33FA386B2162}" type="presParOf" srcId="{DC99DA10-F457-496F-A3C6-7D3270730022}" destId="{F90B31D6-6AC2-4404-BBB9-A303B904B9CF}" srcOrd="0" destOrd="0" presId="urn:microsoft.com/office/officeart/2005/8/layout/StepDownProcess"/>
    <dgm:cxn modelId="{F0814413-F24C-4447-9948-BE00E568F38B}" type="presParOf" srcId="{DC99DA10-F457-496F-A3C6-7D3270730022}" destId="{CB666B08-8F19-48E2-B645-2588A2EFE59E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ED42C8A-F3B9-461A-9371-552D9DBF765F}" type="doc">
      <dgm:prSet loTypeId="urn:microsoft.com/office/officeart/2024/layout/HorizontalAction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2C785EC-CA86-4A29-BAC8-1F0F65BF0CEC}">
      <dgm:prSet phldrT="[Text]" phldr="0"/>
      <dgm:spPr/>
      <dgm:t>
        <a:bodyPr/>
        <a:lstStyle/>
        <a:p>
          <a:r>
            <a:rPr lang="en-US" b="1" dirty="0"/>
            <a:t>Tool Fragmentation</a:t>
          </a:r>
        </a:p>
      </dgm:t>
    </dgm:pt>
    <dgm:pt modelId="{E5A67C6E-0C92-40F3-B7AB-FBC7146916B9}" type="parTrans" cxnId="{C1B5201F-A663-4535-B1D8-27412EE05DF5}">
      <dgm:prSet/>
      <dgm:spPr/>
      <dgm:t>
        <a:bodyPr/>
        <a:lstStyle/>
        <a:p>
          <a:endParaRPr lang="en-US"/>
        </a:p>
      </dgm:t>
    </dgm:pt>
    <dgm:pt modelId="{5C5E21E2-21E1-45A8-94B2-C922E4A2C941}" type="sibTrans" cxnId="{C1B5201F-A663-4535-B1D8-27412EE05DF5}">
      <dgm:prSet/>
      <dgm:spPr/>
      <dgm:t>
        <a:bodyPr/>
        <a:lstStyle/>
        <a:p>
          <a:endParaRPr lang="en-US"/>
        </a:p>
      </dgm:t>
    </dgm:pt>
    <dgm:pt modelId="{CABEADA1-7EC1-4D52-A10A-C112FB18E814}">
      <dgm:prSet phldrT="[Text]" phldr="0" custT="1"/>
      <dgm:spPr/>
      <dgm:t>
        <a:bodyPr/>
        <a:lstStyle/>
        <a:p>
          <a:r>
            <a:rPr lang="en-US" sz="1600" b="1" dirty="0"/>
            <a:t>Solution</a:t>
          </a:r>
          <a:r>
            <a:rPr lang="en-US" sz="1600" dirty="0"/>
            <a:t>: Implement integration platforms</a:t>
          </a:r>
        </a:p>
      </dgm:t>
    </dgm:pt>
    <dgm:pt modelId="{5A5E1A63-26FB-456A-983E-282D3F48878C}" type="parTrans" cxnId="{856B2D13-A486-4311-8298-30F2B4EECD9F}">
      <dgm:prSet/>
      <dgm:spPr/>
      <dgm:t>
        <a:bodyPr/>
        <a:lstStyle/>
        <a:p>
          <a:endParaRPr lang="en-US"/>
        </a:p>
      </dgm:t>
    </dgm:pt>
    <dgm:pt modelId="{85035DB2-A959-40D1-926A-A0A13CAF8864}" type="sibTrans" cxnId="{856B2D13-A486-4311-8298-30F2B4EECD9F}">
      <dgm:prSet/>
      <dgm:spPr/>
      <dgm:t>
        <a:bodyPr/>
        <a:lstStyle/>
        <a:p>
          <a:endParaRPr lang="en-US"/>
        </a:p>
      </dgm:t>
    </dgm:pt>
    <dgm:pt modelId="{5D203283-D848-4E3F-8192-EB018DD3F526}">
      <dgm:prSet phldrT="[Text]" phldr="0"/>
      <dgm:spPr/>
      <dgm:t>
        <a:bodyPr/>
        <a:lstStyle/>
        <a:p>
          <a:r>
            <a:rPr lang="en-US" b="1" dirty="0"/>
            <a:t>Metrics Complexity</a:t>
          </a:r>
        </a:p>
      </dgm:t>
    </dgm:pt>
    <dgm:pt modelId="{C75742EF-F0E9-4B45-AF7E-70D63C96797F}" type="parTrans" cxnId="{336C4916-8B21-4210-80F1-5C3D57627D2E}">
      <dgm:prSet/>
      <dgm:spPr/>
      <dgm:t>
        <a:bodyPr/>
        <a:lstStyle/>
        <a:p>
          <a:endParaRPr lang="en-US"/>
        </a:p>
      </dgm:t>
    </dgm:pt>
    <dgm:pt modelId="{E542C19B-5CA6-45B1-A31D-93D5AD36F953}" type="sibTrans" cxnId="{336C4916-8B21-4210-80F1-5C3D57627D2E}">
      <dgm:prSet/>
      <dgm:spPr/>
      <dgm:t>
        <a:bodyPr/>
        <a:lstStyle/>
        <a:p>
          <a:endParaRPr lang="en-US"/>
        </a:p>
      </dgm:t>
    </dgm:pt>
    <dgm:pt modelId="{4A4CE3EE-E7CF-440C-BA17-6E1AA0E29BDA}">
      <dgm:prSet phldrT="[Text]" phldr="0" custT="1"/>
      <dgm:spPr/>
      <dgm:t>
        <a:bodyPr/>
        <a:lstStyle/>
        <a:p>
          <a:r>
            <a:rPr lang="en-US" sz="1600" b="1" dirty="0"/>
            <a:t>Solution</a:t>
          </a:r>
          <a:r>
            <a:rPr lang="en-US" sz="1600" dirty="0"/>
            <a:t>: Begin with manual measurement, then gradually shift to automated collection</a:t>
          </a:r>
        </a:p>
      </dgm:t>
    </dgm:pt>
    <dgm:pt modelId="{318AA45D-05AC-4711-BD2C-49ACC837F832}" type="parTrans" cxnId="{84B78FB5-7993-4F8D-8DCB-E7598F1A0797}">
      <dgm:prSet/>
      <dgm:spPr/>
      <dgm:t>
        <a:bodyPr/>
        <a:lstStyle/>
        <a:p>
          <a:endParaRPr lang="en-US"/>
        </a:p>
      </dgm:t>
    </dgm:pt>
    <dgm:pt modelId="{37D873D8-9FF6-43B7-88EF-14A2993CE180}" type="sibTrans" cxnId="{84B78FB5-7993-4F8D-8DCB-E7598F1A0797}">
      <dgm:prSet/>
      <dgm:spPr/>
      <dgm:t>
        <a:bodyPr/>
        <a:lstStyle/>
        <a:p>
          <a:endParaRPr lang="en-US"/>
        </a:p>
      </dgm:t>
    </dgm:pt>
    <dgm:pt modelId="{DFDD48A9-89E2-460B-9DD3-4EAC93420657}">
      <dgm:prSet phldrT="[Text]" phldr="0"/>
      <dgm:spPr/>
      <dgm:t>
        <a:bodyPr/>
        <a:lstStyle/>
        <a:p>
          <a:r>
            <a:rPr lang="en-US" b="1" dirty="0"/>
            <a:t>Local vs Overall Optimization</a:t>
          </a:r>
        </a:p>
      </dgm:t>
    </dgm:pt>
    <dgm:pt modelId="{668A5D08-8304-464C-ABB3-34D05C535365}" type="parTrans" cxnId="{2145F221-F2BD-4258-B9F6-87050E1922BD}">
      <dgm:prSet/>
      <dgm:spPr/>
      <dgm:t>
        <a:bodyPr/>
        <a:lstStyle/>
        <a:p>
          <a:endParaRPr lang="en-US"/>
        </a:p>
      </dgm:t>
    </dgm:pt>
    <dgm:pt modelId="{77E14E6E-384E-48B5-99E6-72EA8140DA04}" type="sibTrans" cxnId="{2145F221-F2BD-4258-B9F6-87050E1922BD}">
      <dgm:prSet/>
      <dgm:spPr/>
      <dgm:t>
        <a:bodyPr/>
        <a:lstStyle/>
        <a:p>
          <a:endParaRPr lang="en-US"/>
        </a:p>
      </dgm:t>
    </dgm:pt>
    <dgm:pt modelId="{2CA5AAAB-AA10-4183-867D-E943F219C6DF}">
      <dgm:prSet phldrT="[Text]" phldr="0" custT="1"/>
      <dgm:spPr/>
      <dgm:t>
        <a:bodyPr/>
        <a:lstStyle/>
        <a:p>
          <a:r>
            <a:rPr lang="en-US" sz="1600" b="1" dirty="0"/>
            <a:t>Solution</a:t>
          </a:r>
          <a:r>
            <a:rPr lang="en-US" sz="1600" dirty="0"/>
            <a:t>: Cross-functional teams and shared goals</a:t>
          </a:r>
        </a:p>
      </dgm:t>
    </dgm:pt>
    <dgm:pt modelId="{3929E51A-4F18-4316-9DC8-1979C5A949BA}" type="parTrans" cxnId="{56FDE036-7F60-4518-BE36-B2664DD24CC0}">
      <dgm:prSet/>
      <dgm:spPr/>
      <dgm:t>
        <a:bodyPr/>
        <a:lstStyle/>
        <a:p>
          <a:endParaRPr lang="en-US"/>
        </a:p>
      </dgm:t>
    </dgm:pt>
    <dgm:pt modelId="{DA79EF63-100C-48BE-8204-7C98D01ABB11}" type="sibTrans" cxnId="{56FDE036-7F60-4518-BE36-B2664DD24CC0}">
      <dgm:prSet/>
      <dgm:spPr/>
      <dgm:t>
        <a:bodyPr/>
        <a:lstStyle/>
        <a:p>
          <a:endParaRPr lang="en-US"/>
        </a:p>
      </dgm:t>
    </dgm:pt>
    <dgm:pt modelId="{F9267239-B860-4767-AD75-BA8405F06A06}">
      <dgm:prSet phldrT="[Text]" phldr="0"/>
      <dgm:spPr/>
      <dgm:t>
        <a:bodyPr/>
        <a:lstStyle/>
        <a:p>
          <a:r>
            <a:rPr lang="en-US" b="1" dirty="0"/>
            <a:t>Change Resistance</a:t>
          </a:r>
        </a:p>
      </dgm:t>
    </dgm:pt>
    <dgm:pt modelId="{7089E5FD-2B90-4827-BD73-3E1C6A215B7B}" type="parTrans" cxnId="{79D80F91-515C-459B-9454-ECEDB633822A}">
      <dgm:prSet/>
      <dgm:spPr/>
      <dgm:t>
        <a:bodyPr/>
        <a:lstStyle/>
        <a:p>
          <a:endParaRPr lang="en-US"/>
        </a:p>
      </dgm:t>
    </dgm:pt>
    <dgm:pt modelId="{F40BB368-A384-413B-B0B7-23F64B6688A4}" type="sibTrans" cxnId="{79D80F91-515C-459B-9454-ECEDB633822A}">
      <dgm:prSet/>
      <dgm:spPr/>
      <dgm:t>
        <a:bodyPr/>
        <a:lstStyle/>
        <a:p>
          <a:endParaRPr lang="en-US"/>
        </a:p>
      </dgm:t>
    </dgm:pt>
    <dgm:pt modelId="{573DAB40-B087-40EB-9878-8861106A4D17}">
      <dgm:prSet phldrT="[Text]" phldr="0"/>
      <dgm:spPr/>
      <dgm:t>
        <a:bodyPr/>
        <a:lstStyle/>
        <a:p>
          <a:endParaRPr lang="en-US" sz="1200" b="1" dirty="0"/>
        </a:p>
      </dgm:t>
    </dgm:pt>
    <dgm:pt modelId="{9B13EA3F-0F9F-4C95-B315-9B7D011605D4}" type="parTrans" cxnId="{3AC72840-1CB1-4FEB-9B53-4446AF9AFAF9}">
      <dgm:prSet/>
      <dgm:spPr/>
      <dgm:t>
        <a:bodyPr/>
        <a:lstStyle/>
        <a:p>
          <a:endParaRPr lang="en-US"/>
        </a:p>
      </dgm:t>
    </dgm:pt>
    <dgm:pt modelId="{5CAB0131-140E-41CC-A35F-5428F23534EE}" type="sibTrans" cxnId="{3AC72840-1CB1-4FEB-9B53-4446AF9AFAF9}">
      <dgm:prSet/>
      <dgm:spPr/>
      <dgm:t>
        <a:bodyPr/>
        <a:lstStyle/>
        <a:p>
          <a:endParaRPr lang="en-US"/>
        </a:p>
      </dgm:t>
    </dgm:pt>
    <dgm:pt modelId="{91AEAB2C-0EDE-4B6E-A348-E099B877AA45}">
      <dgm:prSet phldrT="[Text]" phldr="0" custT="1"/>
      <dgm:spPr/>
      <dgm:t>
        <a:bodyPr/>
        <a:lstStyle/>
        <a:p>
          <a:r>
            <a:rPr lang="en-US" sz="1600" b="1" dirty="0"/>
            <a:t>Solution: </a:t>
          </a:r>
          <a:r>
            <a:rPr lang="en-US" sz="1600" b="0" dirty="0"/>
            <a:t>Demonstrate value, celebrate wins, and involve teams in designing solutions</a:t>
          </a:r>
        </a:p>
      </dgm:t>
    </dgm:pt>
    <dgm:pt modelId="{68BABBB8-C621-459C-AF41-44093AA723D4}" type="parTrans" cxnId="{2D0A1FD6-6238-4B26-BFB9-6201A7965280}">
      <dgm:prSet/>
      <dgm:spPr/>
      <dgm:t>
        <a:bodyPr/>
        <a:lstStyle/>
        <a:p>
          <a:endParaRPr lang="en-US"/>
        </a:p>
      </dgm:t>
    </dgm:pt>
    <dgm:pt modelId="{B892D57A-A927-435E-9BCB-A6D5CFA3125D}" type="sibTrans" cxnId="{2D0A1FD6-6238-4B26-BFB9-6201A7965280}">
      <dgm:prSet/>
      <dgm:spPr/>
      <dgm:t>
        <a:bodyPr/>
        <a:lstStyle/>
        <a:p>
          <a:endParaRPr lang="en-US"/>
        </a:p>
      </dgm:t>
    </dgm:pt>
    <dgm:pt modelId="{79FF52C0-0133-4B37-8C8B-CA52801BFE23}" type="pres">
      <dgm:prSet presAssocID="{FED42C8A-F3B9-461A-9371-552D9DBF765F}" presName="Name0" presStyleCnt="0">
        <dgm:presLayoutVars>
          <dgm:dir/>
          <dgm:animLvl val="lvl"/>
          <dgm:resizeHandles val="exact"/>
        </dgm:presLayoutVars>
      </dgm:prSet>
      <dgm:spPr/>
    </dgm:pt>
    <dgm:pt modelId="{65838C72-5067-46E8-95FA-8143738C2F40}" type="pres">
      <dgm:prSet presAssocID="{12C785EC-CA86-4A29-BAC8-1F0F65BF0CEC}" presName="composite" presStyleCnt="0"/>
      <dgm:spPr/>
    </dgm:pt>
    <dgm:pt modelId="{567F4939-DF2F-45C7-ADE5-FBD4F9EAE254}" type="pres">
      <dgm:prSet presAssocID="{12C785EC-CA86-4A29-BAC8-1F0F65BF0CEC}" presName="parTx" presStyleLbl="alignNode1" presStyleIdx="0" presStyleCnt="4">
        <dgm:presLayoutVars>
          <dgm:chMax val="0"/>
          <dgm:chPref val="0"/>
        </dgm:presLayoutVars>
      </dgm:prSet>
      <dgm:spPr/>
    </dgm:pt>
    <dgm:pt modelId="{227BD52A-98BD-46DE-953F-E375AFCD2530}" type="pres">
      <dgm:prSet presAssocID="{12C785EC-CA86-4A29-BAC8-1F0F65BF0CEC}" presName="bgOutline" presStyleLbl="fgAcc1" presStyleIdx="0" presStyleCnt="4">
        <dgm:presLayoutVars>
          <dgm:bulletEnabled/>
        </dgm:presLayoutVars>
      </dgm:prSet>
      <dgm:spPr/>
    </dgm:pt>
    <dgm:pt modelId="{C9BA4864-29A6-4F82-9962-09B6222D4B91}" type="pres">
      <dgm:prSet presAssocID="{5C5E21E2-21E1-45A8-94B2-C922E4A2C941}" presName="space" presStyleCnt="0"/>
      <dgm:spPr/>
    </dgm:pt>
    <dgm:pt modelId="{7DDBE8EB-2F84-4D3C-948E-42CED4DC082D}" type="pres">
      <dgm:prSet presAssocID="{5D203283-D848-4E3F-8192-EB018DD3F526}" presName="composite" presStyleCnt="0"/>
      <dgm:spPr/>
    </dgm:pt>
    <dgm:pt modelId="{C040BC82-CADF-410B-9452-E2585552B1AB}" type="pres">
      <dgm:prSet presAssocID="{5D203283-D848-4E3F-8192-EB018DD3F526}" presName="parTx" presStyleLbl="alignNode1" presStyleIdx="1" presStyleCnt="4">
        <dgm:presLayoutVars>
          <dgm:chMax val="0"/>
          <dgm:chPref val="0"/>
        </dgm:presLayoutVars>
      </dgm:prSet>
      <dgm:spPr/>
    </dgm:pt>
    <dgm:pt modelId="{1024DE3D-FD7F-4A3D-A3C0-AAC3FD163815}" type="pres">
      <dgm:prSet presAssocID="{5D203283-D848-4E3F-8192-EB018DD3F526}" presName="bgOutline" presStyleLbl="fgAcc1" presStyleIdx="1" presStyleCnt="4">
        <dgm:presLayoutVars>
          <dgm:bulletEnabled/>
        </dgm:presLayoutVars>
      </dgm:prSet>
      <dgm:spPr/>
    </dgm:pt>
    <dgm:pt modelId="{0BB41D72-EC79-40B1-BEB7-C5AAAFF0B3B2}" type="pres">
      <dgm:prSet presAssocID="{E542C19B-5CA6-45B1-A31D-93D5AD36F953}" presName="space" presStyleCnt="0"/>
      <dgm:spPr/>
    </dgm:pt>
    <dgm:pt modelId="{30259DA7-23A8-4B3A-AA30-3187081C1E0D}" type="pres">
      <dgm:prSet presAssocID="{DFDD48A9-89E2-460B-9DD3-4EAC93420657}" presName="composite" presStyleCnt="0"/>
      <dgm:spPr/>
    </dgm:pt>
    <dgm:pt modelId="{B9C31F27-3908-421E-9284-8B1853EF025C}" type="pres">
      <dgm:prSet presAssocID="{DFDD48A9-89E2-460B-9DD3-4EAC93420657}" presName="parTx" presStyleLbl="alignNode1" presStyleIdx="2" presStyleCnt="4">
        <dgm:presLayoutVars>
          <dgm:chMax val="0"/>
          <dgm:chPref val="0"/>
        </dgm:presLayoutVars>
      </dgm:prSet>
      <dgm:spPr/>
    </dgm:pt>
    <dgm:pt modelId="{B03F7AE6-530E-47F6-96E6-A95730FE95E8}" type="pres">
      <dgm:prSet presAssocID="{DFDD48A9-89E2-460B-9DD3-4EAC93420657}" presName="bgOutline" presStyleLbl="fgAcc1" presStyleIdx="2" presStyleCnt="4">
        <dgm:presLayoutVars>
          <dgm:bulletEnabled/>
        </dgm:presLayoutVars>
      </dgm:prSet>
      <dgm:spPr/>
    </dgm:pt>
    <dgm:pt modelId="{75CA7B17-81A1-4132-890A-D63B8CC2879D}" type="pres">
      <dgm:prSet presAssocID="{77E14E6E-384E-48B5-99E6-72EA8140DA04}" presName="space" presStyleCnt="0"/>
      <dgm:spPr/>
    </dgm:pt>
    <dgm:pt modelId="{8E9AFBAE-17CE-41AC-97D4-576F9F87194A}" type="pres">
      <dgm:prSet presAssocID="{F9267239-B860-4767-AD75-BA8405F06A06}" presName="composite" presStyleCnt="0"/>
      <dgm:spPr/>
    </dgm:pt>
    <dgm:pt modelId="{D87422FC-23DF-4421-9393-955B445A74EC}" type="pres">
      <dgm:prSet presAssocID="{F9267239-B860-4767-AD75-BA8405F06A06}" presName="parTx" presStyleLbl="alignNode1" presStyleIdx="3" presStyleCnt="4">
        <dgm:presLayoutVars>
          <dgm:chMax val="0"/>
          <dgm:chPref val="0"/>
        </dgm:presLayoutVars>
      </dgm:prSet>
      <dgm:spPr/>
    </dgm:pt>
    <dgm:pt modelId="{32AE9484-9CD3-4141-AF75-5A54A272E071}" type="pres">
      <dgm:prSet presAssocID="{F9267239-B860-4767-AD75-BA8405F06A06}" presName="bgOutline" presStyleLbl="fgAcc1" presStyleIdx="3" presStyleCnt="4">
        <dgm:presLayoutVars>
          <dgm:bulletEnabled/>
        </dgm:presLayoutVars>
      </dgm:prSet>
      <dgm:spPr/>
    </dgm:pt>
  </dgm:ptLst>
  <dgm:cxnLst>
    <dgm:cxn modelId="{856B2D13-A486-4311-8298-30F2B4EECD9F}" srcId="{12C785EC-CA86-4A29-BAC8-1F0F65BF0CEC}" destId="{CABEADA1-7EC1-4D52-A10A-C112FB18E814}" srcOrd="0" destOrd="0" parTransId="{5A5E1A63-26FB-456A-983E-282D3F48878C}" sibTransId="{85035DB2-A959-40D1-926A-A0A13CAF8864}"/>
    <dgm:cxn modelId="{336C4916-8B21-4210-80F1-5C3D57627D2E}" srcId="{FED42C8A-F3B9-461A-9371-552D9DBF765F}" destId="{5D203283-D848-4E3F-8192-EB018DD3F526}" srcOrd="1" destOrd="0" parTransId="{C75742EF-F0E9-4B45-AF7E-70D63C96797F}" sibTransId="{E542C19B-5CA6-45B1-A31D-93D5AD36F953}"/>
    <dgm:cxn modelId="{C1B5201F-A663-4535-B1D8-27412EE05DF5}" srcId="{FED42C8A-F3B9-461A-9371-552D9DBF765F}" destId="{12C785EC-CA86-4A29-BAC8-1F0F65BF0CEC}" srcOrd="0" destOrd="0" parTransId="{E5A67C6E-0C92-40F3-B7AB-FBC7146916B9}" sibTransId="{5C5E21E2-21E1-45A8-94B2-C922E4A2C941}"/>
    <dgm:cxn modelId="{2145F221-F2BD-4258-B9F6-87050E1922BD}" srcId="{FED42C8A-F3B9-461A-9371-552D9DBF765F}" destId="{DFDD48A9-89E2-460B-9DD3-4EAC93420657}" srcOrd="2" destOrd="0" parTransId="{668A5D08-8304-464C-ABB3-34D05C535365}" sibTransId="{77E14E6E-384E-48B5-99E6-72EA8140DA04}"/>
    <dgm:cxn modelId="{56FDE036-7F60-4518-BE36-B2664DD24CC0}" srcId="{DFDD48A9-89E2-460B-9DD3-4EAC93420657}" destId="{2CA5AAAB-AA10-4183-867D-E943F219C6DF}" srcOrd="0" destOrd="0" parTransId="{3929E51A-4F18-4316-9DC8-1979C5A949BA}" sibTransId="{DA79EF63-100C-48BE-8204-7C98D01ABB11}"/>
    <dgm:cxn modelId="{D8A29638-651E-4C8E-A79F-BFC4B3AE0C17}" type="presOf" srcId="{573DAB40-B087-40EB-9878-8861106A4D17}" destId="{32AE9484-9CD3-4141-AF75-5A54A272E071}" srcOrd="0" destOrd="1" presId="urn:microsoft.com/office/officeart/2024/layout/HorizontalActionList"/>
    <dgm:cxn modelId="{6D18F939-A2F5-4362-8663-25EB1C8FB54B}" type="presOf" srcId="{91AEAB2C-0EDE-4B6E-A348-E099B877AA45}" destId="{32AE9484-9CD3-4141-AF75-5A54A272E071}" srcOrd="0" destOrd="0" presId="urn:microsoft.com/office/officeart/2024/layout/HorizontalActionList"/>
    <dgm:cxn modelId="{3AC72840-1CB1-4FEB-9B53-4446AF9AFAF9}" srcId="{F9267239-B860-4767-AD75-BA8405F06A06}" destId="{573DAB40-B087-40EB-9878-8861106A4D17}" srcOrd="1" destOrd="0" parTransId="{9B13EA3F-0F9F-4C95-B315-9B7D011605D4}" sibTransId="{5CAB0131-140E-41CC-A35F-5428F23534EE}"/>
    <dgm:cxn modelId="{FF833E44-EB6A-4D31-9D47-7A0FB86F109D}" type="presOf" srcId="{CABEADA1-7EC1-4D52-A10A-C112FB18E814}" destId="{227BD52A-98BD-46DE-953F-E375AFCD2530}" srcOrd="0" destOrd="0" presId="urn:microsoft.com/office/officeart/2024/layout/HorizontalActionList"/>
    <dgm:cxn modelId="{BE53EA44-88D9-4E24-AA96-7631763BD561}" type="presOf" srcId="{DFDD48A9-89E2-460B-9DD3-4EAC93420657}" destId="{B9C31F27-3908-421E-9284-8B1853EF025C}" srcOrd="0" destOrd="0" presId="urn:microsoft.com/office/officeart/2024/layout/HorizontalActionList"/>
    <dgm:cxn modelId="{50B47955-0802-4DD3-8075-E186E99CB59C}" type="presOf" srcId="{12C785EC-CA86-4A29-BAC8-1F0F65BF0CEC}" destId="{567F4939-DF2F-45C7-ADE5-FBD4F9EAE254}" srcOrd="0" destOrd="0" presId="urn:microsoft.com/office/officeart/2024/layout/HorizontalActionList"/>
    <dgm:cxn modelId="{CAF92659-0B6E-4A7D-BDCC-911DECC2093D}" type="presOf" srcId="{5D203283-D848-4E3F-8192-EB018DD3F526}" destId="{C040BC82-CADF-410B-9452-E2585552B1AB}" srcOrd="0" destOrd="0" presId="urn:microsoft.com/office/officeart/2024/layout/HorizontalActionList"/>
    <dgm:cxn modelId="{E9B37B81-5A0B-4073-84FF-E65EB3AC9D90}" type="presOf" srcId="{4A4CE3EE-E7CF-440C-BA17-6E1AA0E29BDA}" destId="{1024DE3D-FD7F-4A3D-A3C0-AAC3FD163815}" srcOrd="0" destOrd="0" presId="urn:microsoft.com/office/officeart/2024/layout/HorizontalActionList"/>
    <dgm:cxn modelId="{79D80F91-515C-459B-9454-ECEDB633822A}" srcId="{FED42C8A-F3B9-461A-9371-552D9DBF765F}" destId="{F9267239-B860-4767-AD75-BA8405F06A06}" srcOrd="3" destOrd="0" parTransId="{7089E5FD-2B90-4827-BD73-3E1C6A215B7B}" sibTransId="{F40BB368-A384-413B-B0B7-23F64B6688A4}"/>
    <dgm:cxn modelId="{84B78FB5-7993-4F8D-8DCB-E7598F1A0797}" srcId="{5D203283-D848-4E3F-8192-EB018DD3F526}" destId="{4A4CE3EE-E7CF-440C-BA17-6E1AA0E29BDA}" srcOrd="0" destOrd="0" parTransId="{318AA45D-05AC-4711-BD2C-49ACC837F832}" sibTransId="{37D873D8-9FF6-43B7-88EF-14A2993CE180}"/>
    <dgm:cxn modelId="{2D0A1FD6-6238-4B26-BFB9-6201A7965280}" srcId="{F9267239-B860-4767-AD75-BA8405F06A06}" destId="{91AEAB2C-0EDE-4B6E-A348-E099B877AA45}" srcOrd="0" destOrd="0" parTransId="{68BABBB8-C621-459C-AF41-44093AA723D4}" sibTransId="{B892D57A-A927-435E-9BCB-A6D5CFA3125D}"/>
    <dgm:cxn modelId="{F3AAEADA-1314-40E1-8A86-2F01A9A61A97}" type="presOf" srcId="{FED42C8A-F3B9-461A-9371-552D9DBF765F}" destId="{79FF52C0-0133-4B37-8C8B-CA52801BFE23}" srcOrd="0" destOrd="0" presId="urn:microsoft.com/office/officeart/2024/layout/HorizontalActionList"/>
    <dgm:cxn modelId="{1F290CEB-CC9C-483B-A506-30954BFF01B4}" type="presOf" srcId="{F9267239-B860-4767-AD75-BA8405F06A06}" destId="{D87422FC-23DF-4421-9393-955B445A74EC}" srcOrd="0" destOrd="0" presId="urn:microsoft.com/office/officeart/2024/layout/HorizontalActionList"/>
    <dgm:cxn modelId="{B49F34F4-D024-403E-95EE-FDE2DB3E0174}" type="presOf" srcId="{2CA5AAAB-AA10-4183-867D-E943F219C6DF}" destId="{B03F7AE6-530E-47F6-96E6-A95730FE95E8}" srcOrd="0" destOrd="0" presId="urn:microsoft.com/office/officeart/2024/layout/HorizontalActionList"/>
    <dgm:cxn modelId="{B3CCDAFA-D233-44D9-A3CF-0EA096C0D81D}" type="presParOf" srcId="{79FF52C0-0133-4B37-8C8B-CA52801BFE23}" destId="{65838C72-5067-46E8-95FA-8143738C2F40}" srcOrd="0" destOrd="0" presId="urn:microsoft.com/office/officeart/2024/layout/HorizontalActionList"/>
    <dgm:cxn modelId="{C2B7B33D-1D77-47DE-828E-709305E8EBDF}" type="presParOf" srcId="{65838C72-5067-46E8-95FA-8143738C2F40}" destId="{567F4939-DF2F-45C7-ADE5-FBD4F9EAE254}" srcOrd="0" destOrd="0" presId="urn:microsoft.com/office/officeart/2024/layout/HorizontalActionList"/>
    <dgm:cxn modelId="{7EBBC572-1120-4356-A0A3-AF8611511073}" type="presParOf" srcId="{65838C72-5067-46E8-95FA-8143738C2F40}" destId="{227BD52A-98BD-46DE-953F-E375AFCD2530}" srcOrd="1" destOrd="0" presId="urn:microsoft.com/office/officeart/2024/layout/HorizontalActionList"/>
    <dgm:cxn modelId="{9F0A9945-024A-4AC3-81D3-740036EB5F21}" type="presParOf" srcId="{79FF52C0-0133-4B37-8C8B-CA52801BFE23}" destId="{C9BA4864-29A6-4F82-9962-09B6222D4B91}" srcOrd="1" destOrd="0" presId="urn:microsoft.com/office/officeart/2024/layout/HorizontalActionList"/>
    <dgm:cxn modelId="{A254D5C7-AF1F-429C-8D6F-CE1B928CC4EE}" type="presParOf" srcId="{79FF52C0-0133-4B37-8C8B-CA52801BFE23}" destId="{7DDBE8EB-2F84-4D3C-948E-42CED4DC082D}" srcOrd="2" destOrd="0" presId="urn:microsoft.com/office/officeart/2024/layout/HorizontalActionList"/>
    <dgm:cxn modelId="{C775AC57-7F0E-4363-B051-7D21557B11A3}" type="presParOf" srcId="{7DDBE8EB-2F84-4D3C-948E-42CED4DC082D}" destId="{C040BC82-CADF-410B-9452-E2585552B1AB}" srcOrd="0" destOrd="0" presId="urn:microsoft.com/office/officeart/2024/layout/HorizontalActionList"/>
    <dgm:cxn modelId="{FBAB7436-D8CB-4414-A1BC-0B9DB158A42C}" type="presParOf" srcId="{7DDBE8EB-2F84-4D3C-948E-42CED4DC082D}" destId="{1024DE3D-FD7F-4A3D-A3C0-AAC3FD163815}" srcOrd="1" destOrd="0" presId="urn:microsoft.com/office/officeart/2024/layout/HorizontalActionList"/>
    <dgm:cxn modelId="{C8C5A7D1-EA90-45C9-859E-B87E37197367}" type="presParOf" srcId="{79FF52C0-0133-4B37-8C8B-CA52801BFE23}" destId="{0BB41D72-EC79-40B1-BEB7-C5AAAFF0B3B2}" srcOrd="3" destOrd="0" presId="urn:microsoft.com/office/officeart/2024/layout/HorizontalActionList"/>
    <dgm:cxn modelId="{274C7B04-2148-4197-BB96-B83393FFB18B}" type="presParOf" srcId="{79FF52C0-0133-4B37-8C8B-CA52801BFE23}" destId="{30259DA7-23A8-4B3A-AA30-3187081C1E0D}" srcOrd="4" destOrd="0" presId="urn:microsoft.com/office/officeart/2024/layout/HorizontalActionList"/>
    <dgm:cxn modelId="{08C46792-1695-4288-86A2-7543ADA7E1B9}" type="presParOf" srcId="{30259DA7-23A8-4B3A-AA30-3187081C1E0D}" destId="{B9C31F27-3908-421E-9284-8B1853EF025C}" srcOrd="0" destOrd="0" presId="urn:microsoft.com/office/officeart/2024/layout/HorizontalActionList"/>
    <dgm:cxn modelId="{389BE09E-5460-45F4-BDD8-BA496D66544A}" type="presParOf" srcId="{30259DA7-23A8-4B3A-AA30-3187081C1E0D}" destId="{B03F7AE6-530E-47F6-96E6-A95730FE95E8}" srcOrd="1" destOrd="0" presId="urn:microsoft.com/office/officeart/2024/layout/HorizontalActionList"/>
    <dgm:cxn modelId="{B32D6CBD-9505-4DA2-928F-9EC883692C41}" type="presParOf" srcId="{79FF52C0-0133-4B37-8C8B-CA52801BFE23}" destId="{75CA7B17-81A1-4132-890A-D63B8CC2879D}" srcOrd="5" destOrd="0" presId="urn:microsoft.com/office/officeart/2024/layout/HorizontalActionList"/>
    <dgm:cxn modelId="{757778E5-0789-4B79-9829-C71535DF9BD9}" type="presParOf" srcId="{79FF52C0-0133-4B37-8C8B-CA52801BFE23}" destId="{8E9AFBAE-17CE-41AC-97D4-576F9F87194A}" srcOrd="6" destOrd="0" presId="urn:microsoft.com/office/officeart/2024/layout/HorizontalActionList"/>
    <dgm:cxn modelId="{9FD71F48-9B3E-48CE-B830-B0C4BD89C85A}" type="presParOf" srcId="{8E9AFBAE-17CE-41AC-97D4-576F9F87194A}" destId="{D87422FC-23DF-4421-9393-955B445A74EC}" srcOrd="0" destOrd="0" presId="urn:microsoft.com/office/officeart/2024/layout/HorizontalActionList"/>
    <dgm:cxn modelId="{D9626CBE-611C-4611-97FF-B5B0FAE38039}" type="presParOf" srcId="{8E9AFBAE-17CE-41AC-97D4-576F9F87194A}" destId="{32AE9484-9CD3-4141-AF75-5A54A272E071}" srcOrd="1" destOrd="0" presId="urn:microsoft.com/office/officeart/2024/layout/Horizontal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9AFC02-2DFF-4CD3-A762-152BC163EBEB}">
      <dsp:nvSpPr>
        <dsp:cNvPr id="0" name=""/>
        <dsp:cNvSpPr/>
      </dsp:nvSpPr>
      <dsp:spPr>
        <a:xfrm rot="5400000">
          <a:off x="1033039" y="1082108"/>
          <a:ext cx="941742" cy="1072140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dk2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778A07-42AF-44F4-8CFF-9E78700A631F}">
      <dsp:nvSpPr>
        <dsp:cNvPr id="0" name=""/>
        <dsp:cNvSpPr/>
      </dsp:nvSpPr>
      <dsp:spPr>
        <a:xfrm>
          <a:off x="783534" y="38167"/>
          <a:ext cx="1585340" cy="1109686"/>
        </a:xfrm>
        <a:prstGeom prst="roundRect">
          <a:avLst>
            <a:gd name="adj" fmla="val 1667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Ideation</a:t>
          </a:r>
        </a:p>
      </dsp:txBody>
      <dsp:txXfrm>
        <a:off x="837714" y="92347"/>
        <a:ext cx="1476980" cy="1001326"/>
      </dsp:txXfrm>
    </dsp:sp>
    <dsp:sp modelId="{8CBAEE0A-E957-465F-879A-E9E2EA3B7671}">
      <dsp:nvSpPr>
        <dsp:cNvPr id="0" name=""/>
        <dsp:cNvSpPr/>
      </dsp:nvSpPr>
      <dsp:spPr>
        <a:xfrm>
          <a:off x="2368875" y="144001"/>
          <a:ext cx="1153025" cy="8968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Requirements, planning</a:t>
          </a:r>
        </a:p>
      </dsp:txBody>
      <dsp:txXfrm>
        <a:off x="2368875" y="144001"/>
        <a:ext cx="1153025" cy="896897"/>
      </dsp:txXfrm>
    </dsp:sp>
    <dsp:sp modelId="{36D42B92-CD05-4CAD-AE90-4C6EB101EC01}">
      <dsp:nvSpPr>
        <dsp:cNvPr id="0" name=""/>
        <dsp:cNvSpPr/>
      </dsp:nvSpPr>
      <dsp:spPr>
        <a:xfrm rot="5400000">
          <a:off x="2347455" y="2328652"/>
          <a:ext cx="941742" cy="1072140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dk2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C21B60-BCE7-4886-B441-B4BC8CC9E8EE}">
      <dsp:nvSpPr>
        <dsp:cNvPr id="0" name=""/>
        <dsp:cNvSpPr/>
      </dsp:nvSpPr>
      <dsp:spPr>
        <a:xfrm>
          <a:off x="2097950" y="1284712"/>
          <a:ext cx="1585340" cy="1109686"/>
        </a:xfrm>
        <a:prstGeom prst="roundRect">
          <a:avLst>
            <a:gd name="adj" fmla="val 1667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Development</a:t>
          </a:r>
        </a:p>
      </dsp:txBody>
      <dsp:txXfrm>
        <a:off x="2152130" y="1338892"/>
        <a:ext cx="1476980" cy="1001326"/>
      </dsp:txXfrm>
    </dsp:sp>
    <dsp:sp modelId="{1906A01F-00A3-4ED7-B134-76247A95A241}">
      <dsp:nvSpPr>
        <dsp:cNvPr id="0" name=""/>
        <dsp:cNvSpPr/>
      </dsp:nvSpPr>
      <dsp:spPr>
        <a:xfrm>
          <a:off x="3683290" y="1390546"/>
          <a:ext cx="1153025" cy="8968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Coding, testing</a:t>
          </a:r>
        </a:p>
      </dsp:txBody>
      <dsp:txXfrm>
        <a:off x="3683290" y="1390546"/>
        <a:ext cx="1153025" cy="896897"/>
      </dsp:txXfrm>
    </dsp:sp>
    <dsp:sp modelId="{D7B7CA7F-807C-489D-8291-761934813148}">
      <dsp:nvSpPr>
        <dsp:cNvPr id="0" name=""/>
        <dsp:cNvSpPr/>
      </dsp:nvSpPr>
      <dsp:spPr>
        <a:xfrm rot="5400000">
          <a:off x="3661870" y="3575197"/>
          <a:ext cx="941742" cy="1072140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dk2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4E284E-9DCB-4D86-9906-F0B4FF261436}">
      <dsp:nvSpPr>
        <dsp:cNvPr id="0" name=""/>
        <dsp:cNvSpPr/>
      </dsp:nvSpPr>
      <dsp:spPr>
        <a:xfrm>
          <a:off x="3412366" y="2531256"/>
          <a:ext cx="1585340" cy="1109686"/>
        </a:xfrm>
        <a:prstGeom prst="roundRect">
          <a:avLst>
            <a:gd name="adj" fmla="val 1667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Testing</a:t>
          </a:r>
        </a:p>
      </dsp:txBody>
      <dsp:txXfrm>
        <a:off x="3466546" y="2585436"/>
        <a:ext cx="1476980" cy="1001326"/>
      </dsp:txXfrm>
    </dsp:sp>
    <dsp:sp modelId="{B94B59EC-3DE5-416F-AE85-9EB357EA4312}">
      <dsp:nvSpPr>
        <dsp:cNvPr id="0" name=""/>
        <dsp:cNvSpPr/>
      </dsp:nvSpPr>
      <dsp:spPr>
        <a:xfrm>
          <a:off x="4997706" y="2637090"/>
          <a:ext cx="1153025" cy="8968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Integration and performance</a:t>
          </a:r>
        </a:p>
      </dsp:txBody>
      <dsp:txXfrm>
        <a:off x="4997706" y="2637090"/>
        <a:ext cx="1153025" cy="896897"/>
      </dsp:txXfrm>
    </dsp:sp>
    <dsp:sp modelId="{3C8FC77B-18C1-4062-BCCD-5E16BC454E53}">
      <dsp:nvSpPr>
        <dsp:cNvPr id="0" name=""/>
        <dsp:cNvSpPr/>
      </dsp:nvSpPr>
      <dsp:spPr>
        <a:xfrm rot="5400000">
          <a:off x="4976286" y="4821741"/>
          <a:ext cx="941742" cy="1072140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dk2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67EC4A-8B84-4ED4-8F2B-FFEC9033F3E3}">
      <dsp:nvSpPr>
        <dsp:cNvPr id="0" name=""/>
        <dsp:cNvSpPr/>
      </dsp:nvSpPr>
      <dsp:spPr>
        <a:xfrm>
          <a:off x="4726781" y="3777801"/>
          <a:ext cx="1585340" cy="1109686"/>
        </a:xfrm>
        <a:prstGeom prst="roundRect">
          <a:avLst>
            <a:gd name="adj" fmla="val 1667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Deployment</a:t>
          </a:r>
        </a:p>
      </dsp:txBody>
      <dsp:txXfrm>
        <a:off x="4780961" y="3831981"/>
        <a:ext cx="1476980" cy="1001326"/>
      </dsp:txXfrm>
    </dsp:sp>
    <dsp:sp modelId="{31B43FBA-D4C4-4466-BE04-5A15415C1BCB}">
      <dsp:nvSpPr>
        <dsp:cNvPr id="0" name=""/>
        <dsp:cNvSpPr/>
      </dsp:nvSpPr>
      <dsp:spPr>
        <a:xfrm>
          <a:off x="6312122" y="3883634"/>
          <a:ext cx="1153025" cy="8968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Build, package, deploy, monitor</a:t>
          </a:r>
        </a:p>
      </dsp:txBody>
      <dsp:txXfrm>
        <a:off x="6312122" y="3883634"/>
        <a:ext cx="1153025" cy="896897"/>
      </dsp:txXfrm>
    </dsp:sp>
    <dsp:sp modelId="{F90B31D6-6AC2-4404-BBB9-A303B904B9CF}">
      <dsp:nvSpPr>
        <dsp:cNvPr id="0" name=""/>
        <dsp:cNvSpPr/>
      </dsp:nvSpPr>
      <dsp:spPr>
        <a:xfrm>
          <a:off x="6041197" y="5024345"/>
          <a:ext cx="1585340" cy="1109686"/>
        </a:xfrm>
        <a:prstGeom prst="roundRect">
          <a:avLst>
            <a:gd name="adj" fmla="val 1667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Operations</a:t>
          </a:r>
        </a:p>
      </dsp:txBody>
      <dsp:txXfrm>
        <a:off x="6095377" y="5078525"/>
        <a:ext cx="1476980" cy="1001326"/>
      </dsp:txXfrm>
    </dsp:sp>
    <dsp:sp modelId="{CB666B08-8F19-48E2-B645-2588A2EFE59E}">
      <dsp:nvSpPr>
        <dsp:cNvPr id="0" name=""/>
        <dsp:cNvSpPr/>
      </dsp:nvSpPr>
      <dsp:spPr>
        <a:xfrm>
          <a:off x="7626537" y="5130179"/>
          <a:ext cx="1153025" cy="8968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Support, maintenance</a:t>
          </a:r>
        </a:p>
      </dsp:txBody>
      <dsp:txXfrm>
        <a:off x="7626537" y="5130179"/>
        <a:ext cx="1153025" cy="8968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7BD52A-98BD-46DE-953F-E375AFCD2530}">
      <dsp:nvSpPr>
        <dsp:cNvPr id="0" name=""/>
        <dsp:cNvSpPr/>
      </dsp:nvSpPr>
      <dsp:spPr>
        <a:xfrm rot="10800000">
          <a:off x="7512" y="1704195"/>
          <a:ext cx="2468022" cy="1881803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480" tIns="104480" rIns="104480" bIns="10448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Solution</a:t>
          </a:r>
          <a:r>
            <a:rPr lang="en-US" sz="1600" kern="1200" dirty="0"/>
            <a:t>: Implement integration platforms</a:t>
          </a:r>
        </a:p>
      </dsp:txBody>
      <dsp:txXfrm rot="10800000">
        <a:off x="90186" y="1704195"/>
        <a:ext cx="2302674" cy="1799129"/>
      </dsp:txXfrm>
    </dsp:sp>
    <dsp:sp modelId="{567F4939-DF2F-45C7-ADE5-FBD4F9EAE254}">
      <dsp:nvSpPr>
        <dsp:cNvPr id="0" name=""/>
        <dsp:cNvSpPr/>
      </dsp:nvSpPr>
      <dsp:spPr>
        <a:xfrm>
          <a:off x="7512" y="986001"/>
          <a:ext cx="2468022" cy="740406"/>
        </a:xfrm>
        <a:prstGeom prst="round2SameRect">
          <a:avLst>
            <a:gd name="adj1" fmla="val 450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5029" tIns="195029" rIns="195029" bIns="195029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Tool Fragmentation</a:t>
          </a:r>
        </a:p>
      </dsp:txBody>
      <dsp:txXfrm>
        <a:off x="105098" y="1083587"/>
        <a:ext cx="2272850" cy="642820"/>
      </dsp:txXfrm>
    </dsp:sp>
    <dsp:sp modelId="{1024DE3D-FD7F-4A3D-A3C0-AAC3FD163815}">
      <dsp:nvSpPr>
        <dsp:cNvPr id="0" name=""/>
        <dsp:cNvSpPr/>
      </dsp:nvSpPr>
      <dsp:spPr>
        <a:xfrm rot="10800000">
          <a:off x="2583429" y="1704195"/>
          <a:ext cx="2468022" cy="1881803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480" tIns="104480" rIns="104480" bIns="10448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Solution</a:t>
          </a:r>
          <a:r>
            <a:rPr lang="en-US" sz="1600" kern="1200" dirty="0"/>
            <a:t>: Begin with manual measurement, then gradually shift to automated collection</a:t>
          </a:r>
        </a:p>
      </dsp:txBody>
      <dsp:txXfrm rot="10800000">
        <a:off x="2666103" y="1704195"/>
        <a:ext cx="2302674" cy="1799129"/>
      </dsp:txXfrm>
    </dsp:sp>
    <dsp:sp modelId="{C040BC82-CADF-410B-9452-E2585552B1AB}">
      <dsp:nvSpPr>
        <dsp:cNvPr id="0" name=""/>
        <dsp:cNvSpPr/>
      </dsp:nvSpPr>
      <dsp:spPr>
        <a:xfrm>
          <a:off x="2583429" y="986001"/>
          <a:ext cx="2468022" cy="740406"/>
        </a:xfrm>
        <a:prstGeom prst="round2SameRect">
          <a:avLst>
            <a:gd name="adj1" fmla="val 450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5029" tIns="195029" rIns="195029" bIns="195029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Metrics Complexity</a:t>
          </a:r>
        </a:p>
      </dsp:txBody>
      <dsp:txXfrm>
        <a:off x="2681015" y="1083587"/>
        <a:ext cx="2272850" cy="642820"/>
      </dsp:txXfrm>
    </dsp:sp>
    <dsp:sp modelId="{B03F7AE6-530E-47F6-96E6-A95730FE95E8}">
      <dsp:nvSpPr>
        <dsp:cNvPr id="0" name=""/>
        <dsp:cNvSpPr/>
      </dsp:nvSpPr>
      <dsp:spPr>
        <a:xfrm rot="10800000">
          <a:off x="5159346" y="1704195"/>
          <a:ext cx="2468022" cy="1881803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480" tIns="104480" rIns="104480" bIns="10448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Solution</a:t>
          </a:r>
          <a:r>
            <a:rPr lang="en-US" sz="1600" kern="1200" dirty="0"/>
            <a:t>: Cross-functional teams and shared goals</a:t>
          </a:r>
        </a:p>
      </dsp:txBody>
      <dsp:txXfrm rot="10800000">
        <a:off x="5242020" y="1704195"/>
        <a:ext cx="2302674" cy="1799129"/>
      </dsp:txXfrm>
    </dsp:sp>
    <dsp:sp modelId="{B9C31F27-3908-421E-9284-8B1853EF025C}">
      <dsp:nvSpPr>
        <dsp:cNvPr id="0" name=""/>
        <dsp:cNvSpPr/>
      </dsp:nvSpPr>
      <dsp:spPr>
        <a:xfrm>
          <a:off x="5159346" y="986001"/>
          <a:ext cx="2468022" cy="740406"/>
        </a:xfrm>
        <a:prstGeom prst="round2SameRect">
          <a:avLst>
            <a:gd name="adj1" fmla="val 450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5029" tIns="195029" rIns="195029" bIns="195029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Local vs Overall Optimization</a:t>
          </a:r>
        </a:p>
      </dsp:txBody>
      <dsp:txXfrm>
        <a:off x="5256932" y="1083587"/>
        <a:ext cx="2272850" cy="642820"/>
      </dsp:txXfrm>
    </dsp:sp>
    <dsp:sp modelId="{32AE9484-9CD3-4141-AF75-5A54A272E071}">
      <dsp:nvSpPr>
        <dsp:cNvPr id="0" name=""/>
        <dsp:cNvSpPr/>
      </dsp:nvSpPr>
      <dsp:spPr>
        <a:xfrm rot="10800000">
          <a:off x="7735263" y="1704195"/>
          <a:ext cx="2468022" cy="1881803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480" tIns="104480" rIns="104480" bIns="10448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Solution: </a:t>
          </a:r>
          <a:r>
            <a:rPr lang="en-US" sz="1600" b="0" kern="1200" dirty="0"/>
            <a:t>Demonstrate value, celebrate wins, and involve teams in designing solutions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b="1" kern="1200" dirty="0"/>
        </a:p>
      </dsp:txBody>
      <dsp:txXfrm rot="10800000">
        <a:off x="7817937" y="1704195"/>
        <a:ext cx="2302674" cy="1799129"/>
      </dsp:txXfrm>
    </dsp:sp>
    <dsp:sp modelId="{D87422FC-23DF-4421-9393-955B445A74EC}">
      <dsp:nvSpPr>
        <dsp:cNvPr id="0" name=""/>
        <dsp:cNvSpPr/>
      </dsp:nvSpPr>
      <dsp:spPr>
        <a:xfrm>
          <a:off x="7735263" y="986001"/>
          <a:ext cx="2468022" cy="740406"/>
        </a:xfrm>
        <a:prstGeom prst="round2SameRect">
          <a:avLst>
            <a:gd name="adj1" fmla="val 450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5029" tIns="195029" rIns="195029" bIns="195029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Change Resistance</a:t>
          </a:r>
        </a:p>
      </dsp:txBody>
      <dsp:txXfrm>
        <a:off x="7832849" y="1083587"/>
        <a:ext cx="2272850" cy="6428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24/layout/HorizontalActionList">
  <dgm:title val=""/>
  <dgm:desc val=""/>
  <dgm:catLst>
    <dgm:cat type="list" pri="80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95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bgOutline"/>
      <dgm:constr type="primFontSz" for="des" forName="parTx" val="54"/>
      <dgm:constr type="primFontSz" for="des" forName="bgOutline" refType="primFontSz" refFor="des" refForName="parTx" op="lte" fact="0.75"/>
      <dgm:constr type="h" for="des" forName="bgOutline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bgOutline"/>
          <dgm:constr type="t" for="ch" forName="bgOutline" refType="h" refFor="ch" refForName="parTx" fact="0.97"/>
          <dgm:constr type="w" for="ch" forName="bgOutline" refType="w"/>
          <dgm:constr type="h" for="ch" forName="bgOutline" refType="h" fact="0.75"/>
        </dgm:constrLst>
        <dgm:ruleLst/>
        <dgm:layoutNode name="parTx" styleLbl="alignNode1">
          <dgm:varLst>
            <dgm:chMax val="0"/>
            <dgm:chPref val="0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ound2SameRect" r:blip="" zOrderOff="3">
            <dgm:adjLst>
              <dgm:adj idx="1" val="0.45"/>
            </dgm:adjLst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primFontSz" val="14" fact="NaN" max="NaN"/>
          </dgm:ruleLst>
        </dgm:layoutNode>
        <dgm:layoutNode name="bgOutline" styleLbl="fgAcc1">
          <dgm:varLst>
            <dgm:bulletEnabled/>
          </dgm:varLst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rot="180" type="round2SameRect" r:blip="">
            <dgm:adjLst>
              <dgm:adj idx="1" val="0.15"/>
              <dgm:adj idx="2" val="0"/>
            </dgm:adjLst>
          </dgm:shape>
          <dgm:presOf axis="des" ptType="node"/>
          <dgm:constrLst>
            <dgm:constr type="primFontSz" val="28"/>
            <dgm:constr type="tMarg" refType="w" fact="0.12"/>
            <dgm:constr type="bMarg" refType="w" fact="0.12"/>
            <dgm:constr type="lMarg" refType="w" fact="0.12"/>
            <dgm:constr type="rMarg" refType="w" fact="0.12"/>
          </dgm:constrLst>
          <dgm:ruleLst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88EAF-6ECA-4616-85EF-35AA19C641F3}" type="datetimeFigureOut">
              <a:rPr lang="en-US"/>
              <a:t>6/6/2026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912AB-2776-42F2-A957-313FC7EFEDB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206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D2D7A-D230-4F91-BD59-0A39C2703BA8}" type="datetimeFigureOut">
              <a:rPr lang="en-US"/>
              <a:t>6/6/2026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199CD-3E1B-4AE6-990F-76F925F5EA9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1828800"/>
            <a:ext cx="8229600" cy="28956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3" y="4800600"/>
            <a:ext cx="8229600" cy="1219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499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6/6/2026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825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9614" y="2514600"/>
            <a:ext cx="8692399" cy="281940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8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3" y="5410200"/>
            <a:ext cx="8687333" cy="6096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6/6/2026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181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4781" y="1905001"/>
            <a:ext cx="4419599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9183" y="1905001"/>
            <a:ext cx="4419600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6/6/2026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534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6/6/2026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841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6/6/2026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663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6/6/2026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754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1414" y="685800"/>
            <a:ext cx="6400800" cy="5334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6/6/2026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498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b="0" i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951414" y="685800"/>
            <a:ext cx="6400799" cy="5334000"/>
          </a:xfrm>
          <a:solidFill>
            <a:schemeClr val="bg2"/>
          </a:solidFill>
          <a:ln w="76200">
            <a:solidFill>
              <a:schemeClr val="tx1"/>
            </a:solidFill>
            <a:miter lim="800000"/>
          </a:ln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6/6/2026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917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6/6/2026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009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2412" y="381001"/>
            <a:ext cx="1524001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2" y="381001"/>
            <a:ext cx="7391399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6/6/2026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903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4999"/>
            <a:ext cx="9134391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0"/>
            <a:ext cx="655319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6422" y="6400800"/>
            <a:ext cx="144938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41C87-7AD9-4845-A077-840E4A0F3F06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8211" y="6400800"/>
            <a:ext cx="838201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059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3550" indent="-231775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10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2625" indent="-21907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302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harness.io/blog/value-stream-mapping-guide" TargetMode="Externa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etsol.com/blog/introduction-to-value-stream-management/" TargetMode="External"/><Relationship Id="rId2" Type="http://schemas.openxmlformats.org/officeDocument/2006/relationships/hyperlink" Target="https://www.ibm.com/think/topics/value-stream-management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Technology Value Stream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>
                <a:latin typeface="Aptos Narrow" panose="020B0004020202020204" pitchFamily="34" charset="0"/>
              </a:rPr>
              <a:t>Carli McAvoy </a:t>
            </a:r>
          </a:p>
          <a:p>
            <a:r>
              <a:rPr lang="it-IT" dirty="0">
                <a:latin typeface="Aptos Narrow" panose="020B0004020202020204" pitchFamily="34" charset="0"/>
              </a:rPr>
              <a:t>Module 1.2</a:t>
            </a:r>
          </a:p>
          <a:p>
            <a:r>
              <a:rPr lang="it-IT" dirty="0">
                <a:latin typeface="Aptos Narrow" panose="020B0004020202020204" pitchFamily="34" charset="0"/>
              </a:rPr>
              <a:t>6/6/2026</a:t>
            </a:r>
          </a:p>
        </p:txBody>
      </p:sp>
    </p:spTree>
    <p:extLst>
      <p:ext uri="{BB962C8B-B14F-4D97-AF65-F5344CB8AC3E}">
        <p14:creationId xmlns:p14="http://schemas.microsoft.com/office/powerpoint/2010/main" val="2808920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u="sng" spc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uFill>
                  <a:solidFill>
                    <a:schemeClr val="bg2">
                      <a:lumMod val="90000"/>
                      <a:lumOff val="10000"/>
                    </a:schemeClr>
                  </a:solidFill>
                </a:uFill>
              </a:rPr>
              <a:t>What is the Value Stream?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751012" y="2362200"/>
            <a:ext cx="9134391" cy="2971801"/>
          </a:xfrm>
          <a:gradFill>
            <a:gsLst>
              <a:gs pos="12000">
                <a:srgbClr val="000F24">
                  <a:alpha val="45000"/>
                </a:srgbClr>
              </a:gs>
              <a:gs pos="44000">
                <a:srgbClr val="0E4E90">
                  <a:alpha val="45000"/>
                </a:srgbClr>
              </a:gs>
              <a:gs pos="100000">
                <a:srgbClr val="5C9AD8">
                  <a:alpha val="45000"/>
                </a:srgbClr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lIns="182880" tIns="182880" rIns="182880" bIns="182880"/>
          <a:lstStyle/>
          <a:p>
            <a:pPr marL="0" indent="0">
              <a:lnSpc>
                <a:spcPct val="100000"/>
              </a:lnSpc>
              <a:buNone/>
            </a:pPr>
            <a:r>
              <a:rPr lang="en-US" sz="2600" spc="100" dirty="0">
                <a:solidFill>
                  <a:schemeClr val="tx1"/>
                </a:solidFill>
              </a:rPr>
              <a:t>In the world of software development, the value stream is defined as the steps required to convert a business hypothesis into a technology-enabled service or feature that delivers value to the customer. </a:t>
            </a:r>
          </a:p>
          <a:p>
            <a:pPr marL="0" indent="0">
              <a:buNone/>
            </a:pPr>
            <a:r>
              <a:rPr lang="en-US" spc="100" dirty="0">
                <a:solidFill>
                  <a:schemeClr val="tx1"/>
                </a:solidFill>
              </a:rPr>
              <a:t>This is initiated by a business objective or concept and begins when it is accepted into development. </a:t>
            </a:r>
          </a:p>
        </p:txBody>
      </p:sp>
    </p:spTree>
    <p:extLst>
      <p:ext uri="{BB962C8B-B14F-4D97-AF65-F5344CB8AC3E}">
        <p14:creationId xmlns:p14="http://schemas.microsoft.com/office/powerpoint/2010/main" val="2139132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108" y="4953000"/>
            <a:ext cx="4770104" cy="1219200"/>
          </a:xfrm>
          <a:ln>
            <a:solidFill>
              <a:schemeClr val="bg2">
                <a:lumMod val="25000"/>
                <a:lumOff val="75000"/>
              </a:schemeClr>
            </a:solidFill>
          </a:ln>
        </p:spPr>
        <p:txBody>
          <a:bodyPr/>
          <a:lstStyle/>
          <a:p>
            <a:r>
              <a:rPr lang="en-US" sz="4000" dirty="0"/>
              <a:t>Value Stream </a:t>
            </a:r>
            <a:r>
              <a:rPr lang="en-US" sz="4000" dirty="0">
                <a:uFill>
                  <a:solidFill>
                    <a:schemeClr val="bg2">
                      <a:lumMod val="90000"/>
                      <a:lumOff val="10000"/>
                    </a:schemeClr>
                  </a:solidFill>
                </a:uFill>
              </a:rPr>
              <a:t>Stages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B4FF592-D8A3-9AA1-D74F-C95A4EC990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6119688"/>
              </p:ext>
            </p:extLst>
          </p:nvPr>
        </p:nvGraphicFramePr>
        <p:xfrm>
          <a:off x="2170114" y="342900"/>
          <a:ext cx="9563098" cy="6172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65137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08410" y="609600"/>
            <a:ext cx="9144001" cy="762000"/>
          </a:xfrm>
        </p:spPr>
        <p:txBody>
          <a:bodyPr>
            <a:normAutofit/>
          </a:bodyPr>
          <a:lstStyle/>
          <a:p>
            <a:r>
              <a:rPr lang="en-US" sz="4400" u="sng" dirty="0">
                <a:uFill>
                  <a:solidFill>
                    <a:schemeClr val="bg2">
                      <a:lumMod val="90000"/>
                      <a:lumOff val="10000"/>
                    </a:schemeClr>
                  </a:solidFill>
                </a:uFill>
              </a:rPr>
              <a:t>Lead Time vs. Processing Time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15F917-DEE0-3903-9E78-E0F92E229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8612" y="2133600"/>
            <a:ext cx="8077199" cy="1523999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800" spc="100" dirty="0"/>
              <a:t>Lead time is a performance measurement that begins when a request is made and ends when the request is fulfilled.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8D8B89-860B-3177-2886-1CAC0C5FCCAC}"/>
              </a:ext>
            </a:extLst>
          </p:cNvPr>
          <p:cNvSpPr txBox="1"/>
          <p:nvPr/>
        </p:nvSpPr>
        <p:spPr>
          <a:xfrm>
            <a:off x="1512803" y="4343400"/>
            <a:ext cx="81630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spc="100" dirty="0"/>
              <a:t>Processing time starts when the team begins actively working on the project.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45C1518-9020-9024-79FC-DB0F73159AA6}"/>
              </a:ext>
            </a:extLst>
          </p:cNvPr>
          <p:cNvCxnSpPr>
            <a:cxnSpLocks/>
          </p:cNvCxnSpPr>
          <p:nvPr/>
        </p:nvCxnSpPr>
        <p:spPr>
          <a:xfrm>
            <a:off x="1674812" y="3810000"/>
            <a:ext cx="90678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2238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BDAFD-5877-734D-E54E-0A91C21E5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u="sng" dirty="0">
                <a:uFill>
                  <a:solidFill>
                    <a:schemeClr val="bg2">
                      <a:lumMod val="90000"/>
                      <a:lumOff val="10000"/>
                    </a:schemeClr>
                  </a:solidFill>
                </a:uFill>
              </a:rPr>
              <a:t>Lead Times Requiring Months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87FF1-AADC-6C97-2F91-415A50499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4812" y="2286000"/>
            <a:ext cx="9134391" cy="2514601"/>
          </a:xfrm>
          <a:solidFill>
            <a:schemeClr val="bg2">
              <a:lumMod val="10000"/>
              <a:lumOff val="90000"/>
              <a:alpha val="16000"/>
            </a:schemeClr>
          </a:solidFill>
          <a:ln>
            <a:solidFill>
              <a:schemeClr val="bg2">
                <a:lumMod val="25000"/>
                <a:lumOff val="75000"/>
              </a:schemeClr>
            </a:solidFill>
          </a:ln>
          <a:effectLst>
            <a:reflection stA="70000" endPos="16000" dist="25400" dir="5400000" sy="-100000" algn="bl" rotWithShape="0"/>
          </a:effectLst>
        </p:spPr>
        <p:txBody>
          <a:bodyPr anchor="ctr" anchorCtr="0"/>
          <a:lstStyle/>
          <a:p>
            <a:pPr marL="0" indent="0">
              <a:buNone/>
            </a:pPr>
            <a:r>
              <a:rPr lang="en-US" spc="100" dirty="0"/>
              <a:t>In many cases, it can take months to process and fulfill a customer request. </a:t>
            </a:r>
          </a:p>
          <a:p>
            <a:pPr marL="0" indent="0">
              <a:buNone/>
            </a:pPr>
            <a:r>
              <a:rPr lang="en-US" spc="100" dirty="0"/>
              <a:t>This can be due to monolithic systems, long test and production times, lack of automation, or long approval processes. These setbacks often contribute to poor customer outcomes.</a:t>
            </a:r>
          </a:p>
        </p:txBody>
      </p:sp>
    </p:spTree>
    <p:extLst>
      <p:ext uri="{BB962C8B-B14F-4D97-AF65-F5344CB8AC3E}">
        <p14:creationId xmlns:p14="http://schemas.microsoft.com/office/powerpoint/2010/main" val="2746680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FB244-1349-BE6B-C486-4240E626C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702" y="2203723"/>
            <a:ext cx="3596607" cy="1371600"/>
          </a:xfrm>
        </p:spPr>
        <p:txBody>
          <a:bodyPr/>
          <a:lstStyle/>
          <a:p>
            <a:r>
              <a:rPr lang="en-US" dirty="0"/>
              <a:t>Lead Times in </a:t>
            </a:r>
            <a:r>
              <a:rPr lang="en-US" u="sng" dirty="0">
                <a:uFill>
                  <a:solidFill>
                    <a:schemeClr val="bg2">
                      <a:lumMod val="90000"/>
                      <a:lumOff val="10000"/>
                    </a:schemeClr>
                  </a:solidFill>
                </a:uFill>
              </a:rPr>
              <a:t>Minutes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212540-EC6F-7ACF-25F9-35270E0C0E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5213" y="3886200"/>
            <a:ext cx="3581399" cy="2133600"/>
          </a:xfrm>
        </p:spPr>
        <p:txBody>
          <a:bodyPr>
            <a:noAutofit/>
          </a:bodyPr>
          <a:lstStyle/>
          <a:p>
            <a:r>
              <a:rPr lang="en-US" sz="2200" spc="100" dirty="0"/>
              <a:t>Short lead times can be achieved by implementing an effective architecture, prioritizing team autonomy and automated testing with fast feedback.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9D6CB9A-DB00-B00D-4B4E-94AA23DD17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0012" y="2971800"/>
            <a:ext cx="6400800" cy="20494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B6F389-7EEC-7CC3-2A2F-FF88C11DEA9C}"/>
              </a:ext>
            </a:extLst>
          </p:cNvPr>
          <p:cNvSpPr txBox="1"/>
          <p:nvPr/>
        </p:nvSpPr>
        <p:spPr>
          <a:xfrm>
            <a:off x="5256212" y="5105400"/>
            <a:ext cx="57526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Kim, G., Humble, J., Debois, P., Willis, J., &amp; Forsgren, N. (2021). </a:t>
            </a:r>
          </a:p>
          <a:p>
            <a:r>
              <a:rPr lang="en-US" sz="1600" i="1" dirty="0"/>
              <a:t>The DevOps handbook: How to create world-class agility, reliability, </a:t>
            </a:r>
          </a:p>
          <a:p>
            <a:r>
              <a:rPr lang="en-US" sz="1600" i="1" dirty="0"/>
              <a:t>and security in technology organizations</a:t>
            </a:r>
            <a:r>
              <a:rPr lang="en-US" sz="1600" dirty="0"/>
              <a:t> (2nd ed.). IT Revolution.</a:t>
            </a:r>
          </a:p>
        </p:txBody>
      </p:sp>
    </p:spTree>
    <p:extLst>
      <p:ext uri="{BB962C8B-B14F-4D97-AF65-F5344CB8AC3E}">
        <p14:creationId xmlns:p14="http://schemas.microsoft.com/office/powerpoint/2010/main" val="1733526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050005" y="2133600"/>
            <a:ext cx="3596607" cy="1219200"/>
          </a:xfrm>
        </p:spPr>
        <p:txBody>
          <a:bodyPr/>
          <a:lstStyle/>
          <a:p>
            <a:r>
              <a:rPr lang="en-US" dirty="0"/>
              <a:t>Value Stream </a:t>
            </a:r>
            <a:r>
              <a:rPr lang="en-US" u="sng" dirty="0">
                <a:uFill>
                  <a:solidFill>
                    <a:schemeClr val="bg2">
                      <a:lumMod val="90000"/>
                      <a:lumOff val="10000"/>
                    </a:schemeClr>
                  </a:solidFill>
                </a:uFill>
              </a:rPr>
              <a:t>Mapping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3581400"/>
            <a:ext cx="3581399" cy="2971800"/>
          </a:xfrm>
        </p:spPr>
        <p:txBody>
          <a:bodyPr>
            <a:normAutofit/>
          </a:bodyPr>
          <a:lstStyle/>
          <a:p>
            <a:r>
              <a:rPr lang="en-US" sz="2200" spc="100" dirty="0"/>
              <a:t>VS mapping is charting the path of information and resources to create a clear visualization of the sequence of activities needed to deliver a product.  </a:t>
            </a:r>
          </a:p>
        </p:txBody>
      </p:sp>
      <p:pic>
        <p:nvPicPr>
          <p:cNvPr id="6" name="Picture Placeholder 5">
            <a:hlinkClick r:id="rId2"/>
            <a:extLst>
              <a:ext uri="{FF2B5EF4-FFF2-40B4-BE49-F238E27FC236}">
                <a16:creationId xmlns:a16="http://schemas.microsoft.com/office/drawing/2014/main" id="{64E5E71F-0C29-7C72-2800-5904DE371BC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8" r="3008"/>
          <a:stretch>
            <a:fillRect/>
          </a:stretch>
        </p:blipFill>
        <p:spPr>
          <a:xfrm>
            <a:off x="4951414" y="685800"/>
            <a:ext cx="6857998" cy="5715000"/>
          </a:xfrm>
          <a:prstGeom prst="rect">
            <a:avLst/>
          </a:prstGeom>
          <a:solidFill>
            <a:srgbClr val="001027"/>
          </a:solidFill>
          <a:ln w="76200">
            <a:solidFill>
              <a:prstClr val="white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1108506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80963-D333-1968-711F-44BA37BCB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Value Stream Management </a:t>
            </a:r>
            <a:r>
              <a:rPr lang="en-US" u="sng" dirty="0">
                <a:uFill>
                  <a:solidFill>
                    <a:schemeClr val="bg2">
                      <a:lumMod val="90000"/>
                      <a:lumOff val="10000"/>
                    </a:schemeClr>
                  </a:solidFill>
                </a:uFill>
              </a:rPr>
              <a:t>Implementation Challenges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B83EB08-D370-A890-1694-096D00F356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0840211"/>
              </p:ext>
            </p:extLst>
          </p:nvPr>
        </p:nvGraphicFramePr>
        <p:xfrm>
          <a:off x="989012" y="1905000"/>
          <a:ext cx="10210799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54042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6709E9-0111-C918-60A9-D57CDA49D9F9}"/>
              </a:ext>
            </a:extLst>
          </p:cNvPr>
          <p:cNvSpPr txBox="1"/>
          <p:nvPr/>
        </p:nvSpPr>
        <p:spPr>
          <a:xfrm>
            <a:off x="4781584" y="533400"/>
            <a:ext cx="26256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+mj-lt"/>
              </a:rPr>
              <a:t>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08D069-FEEE-54EB-ADF0-033DAA8E25D3}"/>
              </a:ext>
            </a:extLst>
          </p:cNvPr>
          <p:cNvSpPr txBox="1"/>
          <p:nvPr/>
        </p:nvSpPr>
        <p:spPr>
          <a:xfrm>
            <a:off x="2589212" y="1997839"/>
            <a:ext cx="70104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100" dirty="0"/>
              <a:t>Kim, G., Humble, J., Debois, P., Willis, J., &amp; Forsgren, N. (2021). </a:t>
            </a:r>
          </a:p>
          <a:p>
            <a:r>
              <a:rPr lang="en-US" i="1" spc="100" dirty="0"/>
              <a:t>The DevOps handbook: How to create world-class agility, reliability, </a:t>
            </a:r>
          </a:p>
          <a:p>
            <a:r>
              <a:rPr lang="en-US" i="1" spc="100" dirty="0"/>
              <a:t>and security in technology organizations</a:t>
            </a:r>
            <a:r>
              <a:rPr lang="en-US" spc="100" dirty="0"/>
              <a:t> (2nd ed.). IT Revolution.</a:t>
            </a:r>
          </a:p>
          <a:p>
            <a:endParaRPr lang="en-US" spc="100" dirty="0"/>
          </a:p>
          <a:p>
            <a:r>
              <a:rPr lang="en-US" spc="100" dirty="0"/>
              <a:t>Quiroz-Vazquez, C. (n.d.). </a:t>
            </a:r>
            <a:r>
              <a:rPr lang="en-US" i="1" spc="100" dirty="0"/>
              <a:t>What is value stream management? </a:t>
            </a:r>
            <a:r>
              <a:rPr lang="en-US" spc="100" dirty="0"/>
              <a:t>IBM. </a:t>
            </a:r>
            <a:r>
              <a:rPr lang="en-US" spc="100" dirty="0">
                <a:hlinkClick r:id="rId2"/>
              </a:rPr>
              <a:t>https://www.ibm.com/think/topics/value-stream-management</a:t>
            </a:r>
            <a:endParaRPr lang="en-US" spc="100" dirty="0"/>
          </a:p>
          <a:p>
            <a:endParaRPr lang="en-US" spc="100" dirty="0"/>
          </a:p>
          <a:p>
            <a:r>
              <a:rPr lang="en-US" spc="100" dirty="0" err="1"/>
              <a:t>Betsol</a:t>
            </a:r>
            <a:r>
              <a:rPr lang="en-US" spc="100" dirty="0"/>
              <a:t>. (2025, February 8). </a:t>
            </a:r>
            <a:r>
              <a:rPr lang="en-US" i="1" spc="100" dirty="0"/>
              <a:t>An Introduction to Value Stream Management for DevOps Leaders. </a:t>
            </a:r>
            <a:r>
              <a:rPr lang="en-US" spc="100" dirty="0">
                <a:hlinkClick r:id="rId3"/>
              </a:rPr>
              <a:t>https://www.betsol.com/blog/introduction-to-value-stream-management/</a:t>
            </a:r>
            <a:endParaRPr lang="en-US" spc="100" dirty="0"/>
          </a:p>
        </p:txBody>
      </p:sp>
    </p:spTree>
    <p:extLst>
      <p:ext uri="{BB962C8B-B14F-4D97-AF65-F5344CB8AC3E}">
        <p14:creationId xmlns:p14="http://schemas.microsoft.com/office/powerpoint/2010/main" val="1735722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Digital Blue Tunnel 16x9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895261.potx" id="{4CBF9558-C12D-4F51-9AA3-9D0796951DBC}" vid="{FFC159E6-A134-46E7-B1A0-C306E39FC295}"/>
    </a:ext>
  </a:extLst>
</a:theme>
</file>

<file path=ppt/theme/theme2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digital blue tunnel presentation (widescreen)</Template>
  <TotalTime>131</TotalTime>
  <Words>453</Words>
  <Application>Microsoft Office PowerPoint</Application>
  <PresentationFormat>Custom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 Narrow</vt:lpstr>
      <vt:lpstr>Arial</vt:lpstr>
      <vt:lpstr>Corbel</vt:lpstr>
      <vt:lpstr>Digital Blue Tunnel 16x9</vt:lpstr>
      <vt:lpstr>The Technology Value Stream</vt:lpstr>
      <vt:lpstr>What is the Value Stream?</vt:lpstr>
      <vt:lpstr>Value Stream Stages</vt:lpstr>
      <vt:lpstr>Lead Time vs. Processing Time</vt:lpstr>
      <vt:lpstr>Lead Times Requiring Months</vt:lpstr>
      <vt:lpstr>Lead Times in Minutes</vt:lpstr>
      <vt:lpstr>Value Stream Mapping</vt:lpstr>
      <vt:lpstr>Common Value Stream Management Implementation Challenges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Carli</dc:creator>
  <cp:lastModifiedBy>Carli</cp:lastModifiedBy>
  <cp:revision>12</cp:revision>
  <dcterms:created xsi:type="dcterms:W3CDTF">2026-06-07T03:32:29Z</dcterms:created>
  <dcterms:modified xsi:type="dcterms:W3CDTF">2026-06-07T05:44:10Z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